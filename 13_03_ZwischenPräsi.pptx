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411F-5CF9-5D72-3B5F-CFC6265CF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7AC2C-619B-496B-30FF-1B60C0E51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BF862-2003-14E4-C08D-DCD0BE71E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5DC27-83FF-3CF8-E0DE-948D0E73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2B400-8ACF-C365-52AB-52CD5477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604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43F65-2E5D-18A9-7853-E70F5E59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A99C1-0A27-BD7D-03F6-6F2772044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F6A1-4A17-2DCF-0C81-71E65A5FE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B7C8E-FCBD-BC25-FE27-F25814CC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FB8E-95B4-626B-D501-B96BBD0B7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605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E70B-2AD4-1371-0F11-8EDDF910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A5909-76D2-2670-99B0-8E5F7AF08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EBE7-8E11-7D5F-76E8-EC594BAF9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4F0DF-D13C-439C-2022-0204C3792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E15C9-0F20-D174-E8BA-B5E46F2A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780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2262-9DE2-4E4F-DE3C-62666B50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7493C-21E7-05BE-6964-FADF5552F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F604A-DD61-D718-882E-07A62758B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FE3F3-54B3-15AC-67D2-0199E18C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E711C-8702-5465-D5E6-5AC318EF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C9B9E-2311-AD56-08CF-1E0DBE57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5289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8FB3-0285-005B-AB89-776731E8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085E5-38EB-D636-CA24-4CDE77A20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10A11-1AD4-65C5-BE47-70C07CA2E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FAC4E8-0D4D-BB58-3453-6468C6057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8841D0-52C0-BA10-1B26-49D89F46B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BA292-74FF-8325-A891-F36A2C96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B8EF8-4355-F3B7-AFF9-0D6F5199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BE1A3-0370-E011-0C0B-932265FE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3667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0BA1-61ED-174C-4FC9-E6E5D4A8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6BA8A-386F-6BCE-5C7D-8C575FB2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2AB54-F2F1-8CD6-DC18-7AB09622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B1101-E741-BA47-F84E-9F078FA9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417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E415B-FAE0-AF56-E75F-A1D80663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8A8F6-65BE-2A8E-E315-695EE8B2A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5FF0B-5D89-8050-3BB7-7C77D81A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56694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7EAC-467B-7E0A-6FBC-B3A449D7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06DEC-4623-2CFC-64DE-EAD68C169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1ACCF-8217-FD18-618C-29892CC02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2630E-F8E2-8270-8A0D-5C01B10B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F99DD-1EFA-C688-2C4A-77701516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5D0E3-F5A3-119E-039B-5DA41340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331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30F4A-34D6-06C3-D3F8-C036E13A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1E28F-08E2-06AA-8729-E3F43984D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E788-1075-D8D3-2547-427626D7E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74014-B078-910C-C548-2EB5FCB3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A51A2-6FC9-886C-65B1-C5A7FAB1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E7A23-7D68-FDFB-A584-B70043B1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2807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71EA-474D-98C0-7212-7F8DC630B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0BCF6-D321-7590-B62F-66852A545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D6DB6-6128-8000-77C0-6CD26C64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694C7-99CB-DAF3-5D47-E48A0E07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45966-FDD9-9809-9BB7-6D1D84B4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138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90D12-7486-747E-3CC5-FF81BACDA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4542E-0808-2D54-7444-4F48B298B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B5238-AA8E-CCFA-C615-AB2F5F0C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018A8-055A-B537-6B79-8A3D1750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2607F-88C2-58B7-86CE-B6421B65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1102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127FA-978D-EA47-5EB6-694B3BE27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3FFD7-0073-7DE6-5FED-0A8DAD82C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F954F-A768-DA2C-8539-C327DDD0A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22038-AB66-4691-8044-2D2C0977A96B}" type="datetimeFigureOut">
              <a:rPr lang="en-DE" smtClean="0"/>
              <a:t>11/03/2026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234AD-491A-37DB-1CBD-943B0FFBB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CFF4-DBE4-7D3E-5638-A4E1190F8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DC60B-14D5-4C7C-A967-DB2AC5FFA1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31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bs-ai-joule-embedded.us10.sapdas.cloud.sap/webclient/standalone/da_eade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microsoft.com/l/app/?titleId=T_a537c24a-4ce8-5740-25e2-c42587892a95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0BC9-1AD1-E37A-0578-370D454A5F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noProof="0" dirty="0"/>
              <a:t>Zwischenstand 13.03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0A872-718D-7987-630D-82666FB7C2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noProof="0" dirty="0"/>
              <a:t>Bachelorarbeit Jan Pfeifer</a:t>
            </a:r>
          </a:p>
        </p:txBody>
      </p:sp>
    </p:spTree>
    <p:extLst>
      <p:ext uri="{BB962C8B-B14F-4D97-AF65-F5344CB8AC3E}">
        <p14:creationId xmlns:p14="http://schemas.microsoft.com/office/powerpoint/2010/main" val="3777096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733B-9F52-62F8-3A38-87F0CAE6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Inhalt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1FDC-529F-712A-A1E4-7E334434B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Joule Studio</a:t>
            </a:r>
          </a:p>
          <a:p>
            <a:r>
              <a:rPr lang="en-US" dirty="0"/>
              <a:t>Copilot Studio</a:t>
            </a:r>
          </a:p>
          <a:p>
            <a:r>
              <a:rPr lang="en-US" dirty="0"/>
              <a:t>QS Tests</a:t>
            </a:r>
          </a:p>
          <a:p>
            <a:r>
              <a:rPr lang="en-US" dirty="0"/>
              <a:t>Allgemeine </a:t>
            </a:r>
            <a:r>
              <a:rPr lang="en-US" dirty="0" err="1"/>
              <a:t>Fragen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14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A13D-990B-EA57-B60F-F4CE6184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Joule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BDDED-682C-0C78-8688-105EE00C3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/>
              <a:t>Fragen zum Backend</a:t>
            </a:r>
          </a:p>
          <a:p>
            <a:pPr marL="0" indent="0">
              <a:buNone/>
            </a:pPr>
            <a:r>
              <a:rPr lang="de-DE" noProof="0" dirty="0">
                <a:hlinkClick r:id="rId2"/>
              </a:rPr>
              <a:t>Chat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37154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ED9E-BE4A-0F39-577C-3433AED9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Copilot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8CC51-1A66-1A6C-3DAF-0FF328258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/>
              <a:t>Fragen zur Doku und weiteren Wissensquellen</a:t>
            </a:r>
          </a:p>
          <a:p>
            <a:pPr marL="0" indent="0">
              <a:buNone/>
            </a:pPr>
            <a:r>
              <a:rPr lang="de-DE" dirty="0">
                <a:hlinkClick r:id="rId2"/>
              </a:rPr>
              <a:t>Chat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9068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1A67-D783-9C65-5389-7C6BBE3E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QS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B33C-5D2F-61B5-9D77-E42DC29C0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/>
              <a:t>Qualitativ 13 Tester aus einem vorläufigem Pool aus 18</a:t>
            </a:r>
          </a:p>
          <a:p>
            <a:pPr lvl="1"/>
            <a:r>
              <a:rPr lang="de-DE" noProof="0" dirty="0"/>
              <a:t>Entwickler</a:t>
            </a:r>
          </a:p>
          <a:p>
            <a:pPr lvl="1"/>
            <a:r>
              <a:rPr lang="de-DE" noProof="0" dirty="0"/>
              <a:t>Power User</a:t>
            </a:r>
          </a:p>
          <a:p>
            <a:pPr lvl="1"/>
            <a:r>
              <a:rPr lang="de-DE" noProof="0" dirty="0"/>
              <a:t>Berater die nicht den EA benutzen</a:t>
            </a:r>
          </a:p>
          <a:p>
            <a:r>
              <a:rPr lang="de-DE" dirty="0"/>
              <a:t>Erwarteter Learnings</a:t>
            </a:r>
          </a:p>
          <a:p>
            <a:pPr lvl="1"/>
            <a:r>
              <a:rPr lang="de-DE" dirty="0"/>
              <a:t>Testen der Usability (kommen die User zurecht, akzeptieren sie den Bot)</a:t>
            </a:r>
          </a:p>
          <a:p>
            <a:pPr lvl="1"/>
            <a:r>
              <a:rPr lang="de-DE" dirty="0"/>
              <a:t>Probleme in der Benutzung finden (nichtverstehen des Scopes oder fehlinterpretation der Nutzeranfragen von Seiten der AI)</a:t>
            </a:r>
          </a:p>
          <a:p>
            <a:pPr lvl="1"/>
            <a:r>
              <a:rPr lang="de-DE" dirty="0"/>
              <a:t>Verschiedene vorteile eines Chatbots in verschiedenen Testergruppen</a:t>
            </a:r>
          </a:p>
          <a:p>
            <a:pPr lvl="1"/>
            <a:r>
              <a:rPr lang="de-DE" dirty="0"/>
              <a:t>Weitere Usecases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368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6481-B4E9-E6D6-71F0-E08C1A1E2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Allgemein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/ Dinge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Ansprechen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6EAB2-0820-A348-4468-0BC7F6FD8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Forschungsfrage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Allgemein</a:t>
            </a:r>
            <a:r>
              <a:rPr lang="en-US" dirty="0"/>
              <a:t> </a:t>
            </a:r>
            <a:r>
              <a:rPr lang="en-US" dirty="0" err="1"/>
              <a:t>Formuliert</a:t>
            </a:r>
            <a:r>
              <a:rPr lang="en-US" dirty="0"/>
              <a:t>?:</a:t>
            </a:r>
          </a:p>
          <a:p>
            <a:pPr marL="457200" lvl="1" indent="0">
              <a:buNone/>
            </a:pPr>
            <a:r>
              <a:rPr lang="de-DE" i="1" dirty="0"/>
              <a:t>Wie kann eine </a:t>
            </a:r>
            <a:r>
              <a:rPr lang="de-DE" b="1" i="1" dirty="0"/>
              <a:t>KI</a:t>
            </a:r>
            <a:r>
              <a:rPr lang="de-DE" i="1" dirty="0"/>
              <a:t> den Nutzer bei der Analyse von </a:t>
            </a:r>
            <a:r>
              <a:rPr lang="de-DE" b="1" i="1" dirty="0"/>
              <a:t>SAP Systemen </a:t>
            </a:r>
            <a:r>
              <a:rPr lang="de-DE" i="1" dirty="0"/>
              <a:t>unterstützen?</a:t>
            </a:r>
          </a:p>
          <a:p>
            <a:pPr marL="457200" lvl="1" indent="0">
              <a:buNone/>
            </a:pPr>
            <a:r>
              <a:rPr lang="de-DE" i="1" dirty="0"/>
              <a:t>Wie kann ein </a:t>
            </a:r>
            <a:r>
              <a:rPr lang="de-DE" b="1" i="1" dirty="0"/>
              <a:t>Chatbot</a:t>
            </a:r>
            <a:r>
              <a:rPr lang="de-DE" i="1" dirty="0"/>
              <a:t> die Nutzer vom </a:t>
            </a:r>
            <a:r>
              <a:rPr lang="de-DE" b="1" i="1" dirty="0"/>
              <a:t>Enterprise Analyzer </a:t>
            </a:r>
            <a:r>
              <a:rPr lang="de-DE" i="1" dirty="0"/>
              <a:t>unterstützen?</a:t>
            </a:r>
          </a:p>
          <a:p>
            <a:pPr marL="457200" lvl="1" indent="0">
              <a:buNone/>
            </a:pPr>
            <a:endParaRPr lang="de-DE" i="1" dirty="0"/>
          </a:p>
          <a:p>
            <a:r>
              <a:rPr lang="en-US" dirty="0"/>
              <a:t>Meine </a:t>
            </a:r>
            <a:r>
              <a:rPr lang="en-US" dirty="0" err="1"/>
              <a:t>Implementierung</a:t>
            </a:r>
            <a:r>
              <a:rPr lang="en-US" dirty="0"/>
              <a:t> hat 2 Chatbots. Der </a:t>
            </a:r>
            <a:r>
              <a:rPr lang="en-US" dirty="0" err="1"/>
              <a:t>Lösungsansatz</a:t>
            </a:r>
            <a:r>
              <a:rPr lang="en-US" dirty="0"/>
              <a:t> war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Chatbot der </a:t>
            </a:r>
            <a:r>
              <a:rPr lang="en-US" dirty="0" err="1"/>
              <a:t>beides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 </a:t>
            </a:r>
          </a:p>
          <a:p>
            <a:pPr marL="457200" lvl="1" indent="0">
              <a:buNone/>
            </a:pPr>
            <a:r>
              <a:rPr lang="en-US" dirty="0"/>
              <a:t>Soll in den </a:t>
            </a:r>
            <a:r>
              <a:rPr lang="en-US" dirty="0" err="1"/>
              <a:t>Lösungsansatz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die </a:t>
            </a:r>
            <a:r>
              <a:rPr lang="en-US" dirty="0" err="1"/>
              <a:t>aktuelle</a:t>
            </a:r>
            <a:r>
              <a:rPr lang="en-US" dirty="0"/>
              <a:t> </a:t>
            </a:r>
            <a:r>
              <a:rPr lang="en-US" dirty="0" err="1"/>
              <a:t>Lösung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die </a:t>
            </a:r>
            <a:r>
              <a:rPr lang="en-US" dirty="0" err="1"/>
              <a:t>geplante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 der </a:t>
            </a:r>
            <a:r>
              <a:rPr lang="en-US" dirty="0" err="1"/>
              <a:t>Checkliste</a:t>
            </a:r>
            <a:r>
              <a:rPr lang="en-US" dirty="0"/>
              <a:t> </a:t>
            </a:r>
            <a:r>
              <a:rPr lang="en-US" dirty="0" err="1"/>
              <a:t>steht</a:t>
            </a:r>
            <a:r>
              <a:rPr lang="en-US" dirty="0"/>
              <a:t> die “</a:t>
            </a:r>
            <a:r>
              <a:rPr lang="en-US" dirty="0" err="1"/>
              <a:t>darstellung</a:t>
            </a:r>
            <a:r>
              <a:rPr lang="en-US" dirty="0"/>
              <a:t> der </a:t>
            </a:r>
            <a:r>
              <a:rPr lang="en-US" dirty="0" err="1"/>
              <a:t>Implementierung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knapp</a:t>
            </a:r>
            <a:r>
              <a:rPr lang="en-US" dirty="0"/>
              <a:t> </a:t>
            </a:r>
            <a:r>
              <a:rPr lang="en-US" dirty="0" err="1"/>
              <a:t>ausfallen</a:t>
            </a:r>
            <a:r>
              <a:rPr lang="en-US" dirty="0"/>
              <a:t>”</a:t>
            </a:r>
          </a:p>
          <a:p>
            <a:pPr marL="457200" lvl="1" indent="0">
              <a:buNone/>
            </a:pPr>
            <a:r>
              <a:rPr lang="en-US" dirty="0"/>
              <a:t>Soll ich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detaillierte</a:t>
            </a:r>
            <a:r>
              <a:rPr lang="en-US" dirty="0"/>
              <a:t> </a:t>
            </a:r>
            <a:r>
              <a:rPr lang="en-US" dirty="0" err="1"/>
              <a:t>Beschreibung</a:t>
            </a:r>
            <a:r>
              <a:rPr lang="en-US" dirty="0"/>
              <a:t> der Prompts und </a:t>
            </a:r>
            <a:r>
              <a:rPr lang="en-US" dirty="0" err="1"/>
              <a:t>Struktur</a:t>
            </a:r>
            <a:r>
              <a:rPr lang="en-US" dirty="0"/>
              <a:t> der </a:t>
            </a:r>
            <a:r>
              <a:rPr lang="en-US" dirty="0" err="1"/>
              <a:t>Agenten</a:t>
            </a:r>
            <a:r>
              <a:rPr lang="en-US" dirty="0"/>
              <a:t> </a:t>
            </a:r>
            <a:r>
              <a:rPr lang="en-US" dirty="0" err="1"/>
              <a:t>auslassen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197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CCE5-866F-ECB5-7DA5-131E4D4B8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Allgemein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/ Dinge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Ansprechen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4B99-F4D6-CC72-9EB1-B29BF1C4F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“</a:t>
            </a:r>
            <a:r>
              <a:rPr lang="en-US" dirty="0" err="1"/>
              <a:t>Implementierung</a:t>
            </a:r>
            <a:r>
              <a:rPr lang="en-US" dirty="0"/>
              <a:t>” die Prompts </a:t>
            </a:r>
            <a:r>
              <a:rPr lang="en-US" dirty="0" err="1"/>
              <a:t>genau</a:t>
            </a:r>
            <a:r>
              <a:rPr lang="en-US" dirty="0"/>
              <a:t> </a:t>
            </a:r>
            <a:r>
              <a:rPr lang="en-US" dirty="0" err="1"/>
              <a:t>erklären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-&gt; Oder </a:t>
            </a:r>
            <a:r>
              <a:rPr lang="en-US" dirty="0" err="1"/>
              <a:t>reicht</a:t>
            </a:r>
            <a:r>
              <a:rPr lang="en-US" dirty="0"/>
              <a:t> </a:t>
            </a:r>
            <a:r>
              <a:rPr lang="en-US" dirty="0" err="1"/>
              <a:t>allgemeines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“</a:t>
            </a:r>
            <a:r>
              <a:rPr lang="de-DE" i="1" dirty="0"/>
              <a:t>Lediglich das Format, in der die \gls{confluence} Seiten extrahiert wurden, wurde in die Beschreibung der Datei im Agenten aufgenommen, um Missverständnisse zu ausgelesenen Daten zu vermeiden</a:t>
            </a:r>
            <a:r>
              <a:rPr lang="de-DE" dirty="0"/>
              <a:t>“</a:t>
            </a:r>
          </a:p>
          <a:p>
            <a:pPr lvl="1"/>
            <a:endParaRPr lang="de-DE" dirty="0"/>
          </a:p>
          <a:p>
            <a:r>
              <a:rPr lang="de-DE" dirty="0"/>
              <a:t>Muss ich im Ergebnis oder QS Teil zwingend quellen angeben? </a:t>
            </a:r>
          </a:p>
          <a:p>
            <a:pPr lvl="1"/>
            <a:r>
              <a:rPr lang="de-DE" dirty="0"/>
              <a:t>Z.b. bei themen wie dass „automatische Authentifizierung“ implementiert werden muss oder Erkenntnissen wie „Doku und Confluence müssen aktuell gehalten werden in Produktivem einsatz“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8745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3092</TotalTime>
  <Words>278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Zwischenstand 13.03</vt:lpstr>
      <vt:lpstr>Inhalt</vt:lpstr>
      <vt:lpstr>Joule Studio</vt:lpstr>
      <vt:lpstr>Copilot Studio</vt:lpstr>
      <vt:lpstr>QS Tests</vt:lpstr>
      <vt:lpstr>Allgemein Fragen / Dinge zum Ansprechen</vt:lpstr>
      <vt:lpstr>Allgemein Fragen / Dinge zum Ansprechen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Pfeifer</dc:creator>
  <cp:lastModifiedBy>Jan Pfeifer</cp:lastModifiedBy>
  <cp:revision>3</cp:revision>
  <dcterms:created xsi:type="dcterms:W3CDTF">2026-03-10T13:45:37Z</dcterms:created>
  <dcterms:modified xsi:type="dcterms:W3CDTF">2026-03-13T14:53:41Z</dcterms:modified>
</cp:coreProperties>
</file>