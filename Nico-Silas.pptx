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7" r:id="rId7"/>
    <p:sldId id="259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E8B1-1B0C-5F07-1CFD-EF2A7C9DF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BBE43-97AC-C491-6BEB-48C19C845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29425-4D4C-7E77-3FDB-69E9F7DF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BEDC-AC37-B086-4169-A234C466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C693E-3A76-DBD4-61DB-C3381A46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387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C7AD-F3B0-39DB-4275-ECE56AD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00444-E07C-4754-FB86-F7D259825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28FFB-4032-6343-9E41-67F3B798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D56DE-EEF1-4A54-245E-7B4B91B4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2FCAC-013C-C647-ADB7-E026F2EE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6017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7169-2A13-D697-C958-D707376C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4EC99-8B6A-783A-E182-F3766D3DF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8BF0-067A-4181-779E-B2612B19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185B5-3D67-B119-3B1C-3206F714C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7E143-7F78-A642-D212-8643B21E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044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4BE3-21FC-DD1C-F522-12600A2D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4366-FE78-B0B9-FC53-87695A188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3F8B1-6E21-99D0-320B-37B5DF69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A5D55-5800-0864-30D3-61D4CBC0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20B2-2C23-9437-CA7D-C2E1BAE3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A8FB8-526C-509A-2BBB-4D2F74EC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587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8BD0-F9E2-561E-B413-7209370A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C2F0A-9D7E-588D-61F3-7FAF1AD9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B88DF-CFD2-402E-EAC1-DCBC2EE88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8B00C-994F-8A32-3637-E45EE553E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95D4C-B211-A07F-4A00-0FCD963CE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23473-15F6-7D05-E483-88A89132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1CFD1-9926-74CF-B5E6-6AABDA29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8342E-BEAA-E77B-1251-996877FB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776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470C-4DB2-F096-F2A6-0FB6D979B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1030E-A3C3-C09F-7B4F-6E98A488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FBE26-16B2-16C0-87FA-573CB1FC5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94ED7-6151-B0AA-C9BD-5644E3E1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196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309A1-4C23-CBBD-CD83-3B5D3453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014D1-43E9-1275-AB3D-4AC828E1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32234-0C6F-DE5C-F269-BB023EA5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193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15E4-A1F4-9514-9D2E-64CCDFD68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E294-877D-0494-D790-FCFE65D9A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D050F-4E2E-7D8F-DB2B-802530E7E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A2FB6-717F-BD78-F30C-7E893D53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941C2-AB01-0077-6524-B754197B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EE5E8-37DB-53A5-7A49-940F3A34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3685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EF3D-9267-F1FA-8C21-19791B33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1536CA-D7E7-1437-9614-77DC3CBFC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F63D4-F282-4D65-1067-4DCA4B2CD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91D96-E4E7-BA40-A323-BDAC7A26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D01D8-2661-2DF6-1939-4252B44B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95729-CFA9-5BF5-4EB8-3D292EF9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203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50A5-59C2-318F-5517-1BCBF214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040CE-630D-1287-07CD-10556F7C1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BB341-4047-F609-ED23-920382B2F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F4AF1-7C8E-BE4F-A0DE-5E61B182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215CA-2133-A9A5-7EF5-CD6D4C83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532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1B093-2420-F054-FBA2-88CD5FE1C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76B3B-831B-C982-309B-AD18AF891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7E702-81FE-0BC5-DFF7-53B11CE5C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8B245-9879-A2E3-3802-4C171DBF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B055-06F5-526F-88F3-5EC130CC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114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A611C-E7D5-6D7F-F1CA-AA6A312F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EF625-7154-8542-8CA3-FBDB45D81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C9EC7-6EBB-0B21-7D75-20AF3CF90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65A79-D83B-41BE-9FBE-6F4A5E0B5FA3}" type="datetimeFigureOut">
              <a:rPr lang="en-DE" smtClean="0"/>
              <a:t>31/03/2026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D6DA9-1B97-A538-CA52-5D148369B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839EF-5346-FA5E-5DB5-E3C092A51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D165C-AC3A-4CE0-9FEE-6F384487C16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004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8979-9E0A-EA53-23E6-818724BE5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noProof="0" dirty="0"/>
              <a:t>Ergebnisse und Erfahrungen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54ACE-31D1-3D57-4645-DCA0A1D87F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5469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E721-7F27-A8E5-1B09-210B0B72E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Inhalt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7F31-6B00-17A9-A9DA-ABA938149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habe ich bei den Usern beobachtet</a:t>
            </a:r>
          </a:p>
          <a:p>
            <a:r>
              <a:rPr lang="de-DE" dirty="0"/>
              <a:t>Meine Erfahrungen</a:t>
            </a:r>
          </a:p>
          <a:p>
            <a:r>
              <a:rPr lang="de-DE" dirty="0"/>
              <a:t>Joule und Copilot</a:t>
            </a:r>
          </a:p>
          <a:p>
            <a:r>
              <a:rPr lang="de-DE" noProof="0" dirty="0"/>
              <a:t>Hürden</a:t>
            </a:r>
          </a:p>
          <a:p>
            <a:r>
              <a:rPr lang="de-DE" dirty="0"/>
              <a:t>Wie gehts weiter?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33933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4E39-CFD7-F13F-0BF5-85AE3137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 Developer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F78C-714E-5C0C-9404-0C8006868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Jetzige</a:t>
            </a:r>
            <a:r>
              <a:rPr lang="en-US" dirty="0"/>
              <a:t> </a:t>
            </a:r>
            <a:r>
              <a:rPr lang="en-US" dirty="0" err="1"/>
              <a:t>Funktionen</a:t>
            </a:r>
            <a:r>
              <a:rPr lang="en-US" dirty="0"/>
              <a:t> </a:t>
            </a:r>
            <a:r>
              <a:rPr lang="en-US" dirty="0" err="1"/>
              <a:t>eher</a:t>
            </a:r>
            <a:r>
              <a:rPr lang="en-US" dirty="0"/>
              <a:t> </a:t>
            </a:r>
            <a:r>
              <a:rPr lang="en-US" dirty="0" err="1"/>
              <a:t>weniger</a:t>
            </a:r>
            <a:r>
              <a:rPr lang="en-US" dirty="0"/>
              <a:t> </a:t>
            </a:r>
            <a:r>
              <a:rPr lang="en-US" dirty="0" err="1"/>
              <a:t>Sinnvoll</a:t>
            </a:r>
            <a:endParaRPr lang="en-US" dirty="0"/>
          </a:p>
          <a:p>
            <a:r>
              <a:rPr lang="en-US" dirty="0"/>
              <a:t>Mit </a:t>
            </a:r>
            <a:r>
              <a:rPr lang="en-US" dirty="0" err="1"/>
              <a:t>infos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ehemalige</a:t>
            </a:r>
            <a:r>
              <a:rPr lang="en-US" dirty="0"/>
              <a:t> Support </a:t>
            </a:r>
            <a:r>
              <a:rPr lang="en-US" dirty="0" err="1"/>
              <a:t>Anfragen</a:t>
            </a:r>
            <a:r>
              <a:rPr lang="en-US" dirty="0"/>
              <a:t> und </a:t>
            </a:r>
            <a:r>
              <a:rPr lang="en-US" dirty="0" err="1"/>
              <a:t>zugriff</a:t>
            </a:r>
            <a:r>
              <a:rPr lang="en-US" dirty="0"/>
              <a:t> auf Confluence </a:t>
            </a:r>
            <a:r>
              <a:rPr lang="en-US" dirty="0" err="1"/>
              <a:t>könnte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Bot </a:t>
            </a:r>
            <a:r>
              <a:rPr lang="en-US" dirty="0" err="1"/>
              <a:t>beim</a:t>
            </a:r>
            <a:r>
              <a:rPr lang="en-US" dirty="0"/>
              <a:t> Support </a:t>
            </a:r>
            <a:r>
              <a:rPr lang="en-US" dirty="0" err="1"/>
              <a:t>helfen</a:t>
            </a:r>
            <a:endParaRPr lang="en-US" dirty="0"/>
          </a:p>
          <a:p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 Neuer Bot für EA Devs </a:t>
            </a:r>
            <a:r>
              <a:rPr lang="en-US" dirty="0" err="1">
                <a:sym typeface="Wingdings" panose="05000000000000000000" pitchFamily="2" charset="2"/>
              </a:rPr>
              <a:t>im</a:t>
            </a:r>
            <a:r>
              <a:rPr lang="en-US" dirty="0">
                <a:sym typeface="Wingdings" panose="05000000000000000000" pitchFamily="2" charset="2"/>
              </a:rPr>
              <a:t> Support </a:t>
            </a:r>
            <a:r>
              <a:rPr lang="en-US" dirty="0" err="1">
                <a:sym typeface="Wingdings" panose="05000000000000000000" pitchFamily="2" charset="2"/>
              </a:rPr>
              <a:t>mit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Zugriff</a:t>
            </a:r>
            <a:r>
              <a:rPr lang="en-US" dirty="0">
                <a:sym typeface="Wingdings" panose="05000000000000000000" pitchFamily="2" charset="2"/>
              </a:rPr>
              <a:t> auf </a:t>
            </a:r>
            <a:r>
              <a:rPr lang="en-US" dirty="0" err="1">
                <a:sym typeface="Wingdings" panose="05000000000000000000" pitchFamily="2" charset="2"/>
              </a:rPr>
              <a:t>vergangene</a:t>
            </a:r>
            <a:r>
              <a:rPr lang="en-US" dirty="0">
                <a:sym typeface="Wingdings" panose="05000000000000000000" pitchFamily="2" charset="2"/>
              </a:rPr>
              <a:t> Support Tickets / Confluence </a:t>
            </a:r>
            <a:r>
              <a:rPr lang="en-US" dirty="0" err="1">
                <a:sym typeface="Wingdings" panose="05000000000000000000" pitchFamily="2" charset="2"/>
              </a:rPr>
              <a:t>Bereich</a:t>
            </a:r>
            <a:r>
              <a:rPr lang="en-US" dirty="0">
                <a:sym typeface="Wingdings" panose="05000000000000000000" pitchFamily="2" charset="2"/>
              </a:rPr>
              <a:t> (Bot </a:t>
            </a:r>
            <a:r>
              <a:rPr lang="en-US" dirty="0" err="1">
                <a:sym typeface="Wingdings" panose="05000000000000000000" pitchFamily="2" charset="2"/>
              </a:rPr>
              <a:t>steht</a:t>
            </a:r>
            <a:r>
              <a:rPr lang="en-US" dirty="0">
                <a:sym typeface="Wingdings" panose="05000000000000000000" pitchFamily="2" charset="2"/>
              </a:rPr>
              <a:t> nicht direct </a:t>
            </a:r>
            <a:r>
              <a:rPr lang="en-US" dirty="0" err="1">
                <a:sym typeface="Wingdings" panose="05000000000000000000" pitchFamily="2" charset="2"/>
              </a:rPr>
              <a:t>im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Kundenkontakt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8264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FDCC-9871-C9F3-0F16-2D1C9FFC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Berater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wenig</a:t>
            </a:r>
            <a:r>
              <a:rPr lang="en-US" dirty="0"/>
              <a:t> EA </a:t>
            </a:r>
            <a:r>
              <a:rPr lang="en-US" dirty="0" err="1"/>
              <a:t>Erfahrung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346A6-E43C-78FA-ABC0-1A49DC8BD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EA </a:t>
            </a:r>
            <a:r>
              <a:rPr lang="en-US" dirty="0" err="1"/>
              <a:t>hingeleitet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(Schritt für Schritt </a:t>
            </a:r>
            <a:r>
              <a:rPr lang="en-US" dirty="0" err="1"/>
              <a:t>anleitung</a:t>
            </a:r>
            <a:r>
              <a:rPr lang="en-US" dirty="0"/>
              <a:t>, </a:t>
            </a:r>
            <a:r>
              <a:rPr lang="en-US" dirty="0" err="1"/>
              <a:t>tipps</a:t>
            </a:r>
            <a:r>
              <a:rPr lang="en-US" dirty="0"/>
              <a:t> wo, was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finden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)</a:t>
            </a:r>
          </a:p>
          <a:p>
            <a:r>
              <a:rPr lang="en-US" dirty="0" err="1"/>
              <a:t>Profitieren</a:t>
            </a:r>
            <a:r>
              <a:rPr lang="en-US" dirty="0"/>
              <a:t> von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selbst</a:t>
            </a:r>
            <a:r>
              <a:rPr lang="en-US" dirty="0"/>
              <a:t> </a:t>
            </a:r>
            <a:r>
              <a:rPr lang="en-US" dirty="0" err="1"/>
              <a:t>wenn</a:t>
            </a:r>
            <a:r>
              <a:rPr lang="en-US" dirty="0"/>
              <a:t> Sie den EA nicht </a:t>
            </a:r>
            <a:r>
              <a:rPr lang="en-US" dirty="0" err="1"/>
              <a:t>direkt</a:t>
            </a:r>
            <a:r>
              <a:rPr lang="en-US" dirty="0"/>
              <a:t> </a:t>
            </a:r>
            <a:r>
              <a:rPr lang="en-US" dirty="0" err="1"/>
              <a:t>benutzen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87883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2596-908E-C0CD-7F62-0C70DEA8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User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E3B94-134A-6694-4624-DFEB9F9BD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Wissen </a:t>
            </a:r>
            <a:r>
              <a:rPr lang="en-US" dirty="0" err="1"/>
              <a:t>eher</a:t>
            </a:r>
            <a:r>
              <a:rPr lang="en-US" dirty="0"/>
              <a:t> was Chatbot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wenn</a:t>
            </a:r>
            <a:r>
              <a:rPr lang="en-US" dirty="0"/>
              <a:t> er die EA </a:t>
            </a:r>
            <a:r>
              <a:rPr lang="en-US" dirty="0" err="1"/>
              <a:t>Daten</a:t>
            </a:r>
            <a:r>
              <a:rPr lang="en-US" dirty="0"/>
              <a:t> hat</a:t>
            </a:r>
          </a:p>
          <a:p>
            <a:r>
              <a:rPr lang="en-US" dirty="0" err="1"/>
              <a:t>Würden</a:t>
            </a:r>
            <a:r>
              <a:rPr lang="en-US" dirty="0"/>
              <a:t> den Chatbot </a:t>
            </a:r>
            <a:r>
              <a:rPr lang="en-US" dirty="0" err="1"/>
              <a:t>als</a:t>
            </a:r>
            <a:r>
              <a:rPr lang="en-US" dirty="0"/>
              <a:t> high level </a:t>
            </a:r>
            <a:r>
              <a:rPr lang="en-US" dirty="0" err="1"/>
              <a:t>Unterstützung</a:t>
            </a:r>
            <a:r>
              <a:rPr lang="en-US" dirty="0"/>
              <a:t> </a:t>
            </a:r>
            <a:r>
              <a:rPr lang="en-US" dirty="0" err="1"/>
              <a:t>benutzen</a:t>
            </a:r>
            <a:r>
              <a:rPr lang="en-US" dirty="0"/>
              <a:t> (</a:t>
            </a:r>
            <a:r>
              <a:rPr lang="en-US" dirty="0" err="1"/>
              <a:t>erstmal</a:t>
            </a:r>
            <a:r>
              <a:rPr lang="en-US" dirty="0"/>
              <a:t>)</a:t>
            </a:r>
          </a:p>
          <a:p>
            <a:r>
              <a:rPr lang="en-US" dirty="0"/>
              <a:t>Haben dem Chatbot </a:t>
            </a:r>
            <a:r>
              <a:rPr lang="en-US" dirty="0" err="1"/>
              <a:t>schon</a:t>
            </a:r>
            <a:r>
              <a:rPr lang="en-US" dirty="0"/>
              <a:t> </a:t>
            </a:r>
            <a:r>
              <a:rPr lang="en-US" dirty="0" err="1"/>
              <a:t>komplexere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Confluence </a:t>
            </a:r>
            <a:r>
              <a:rPr lang="en-US" dirty="0" err="1"/>
              <a:t>themen</a:t>
            </a:r>
            <a:r>
              <a:rPr lang="en-US" dirty="0"/>
              <a:t> </a:t>
            </a:r>
            <a:r>
              <a:rPr lang="en-US" dirty="0" err="1"/>
              <a:t>gestellt</a:t>
            </a:r>
            <a:r>
              <a:rPr lang="en-US" dirty="0"/>
              <a:t> die er </a:t>
            </a:r>
            <a:r>
              <a:rPr lang="en-US" dirty="0" err="1"/>
              <a:t>u.a.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eigener</a:t>
            </a:r>
            <a:r>
              <a:rPr lang="en-US" dirty="0"/>
              <a:t> </a:t>
            </a:r>
            <a:r>
              <a:rPr lang="en-US" dirty="0" err="1"/>
              <a:t>Erfahrung</a:t>
            </a:r>
            <a:r>
              <a:rPr lang="en-US" dirty="0"/>
              <a:t> </a:t>
            </a:r>
            <a:r>
              <a:rPr lang="en-US" dirty="0" err="1"/>
              <a:t>beantwortet</a:t>
            </a:r>
            <a:r>
              <a:rPr lang="en-US" dirty="0"/>
              <a:t> hat</a:t>
            </a:r>
          </a:p>
        </p:txBody>
      </p:sp>
    </p:spTree>
    <p:extLst>
      <p:ext uri="{BB962C8B-B14F-4D97-AF65-F5344CB8AC3E}">
        <p14:creationId xmlns:p14="http://schemas.microsoft.com/office/powerpoint/2010/main" val="422228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6BD3-7C2C-7660-A1C1-95AE2637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 an </a:t>
            </a:r>
            <a:r>
              <a:rPr lang="en-US" dirty="0" err="1"/>
              <a:t>sich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9C54F-A0F0-2492-302C-740EC6706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 </a:t>
            </a:r>
            <a:r>
              <a:rPr lang="en-US" dirty="0" err="1"/>
              <a:t>besten</a:t>
            </a:r>
            <a:r>
              <a:rPr lang="en-US" dirty="0"/>
              <a:t> </a:t>
            </a:r>
            <a:r>
              <a:rPr lang="en-US" dirty="0" err="1"/>
              <a:t>wenn</a:t>
            </a:r>
            <a:r>
              <a:rPr lang="en-US" dirty="0"/>
              <a:t> man </a:t>
            </a:r>
            <a:r>
              <a:rPr lang="en-US" dirty="0" err="1"/>
              <a:t>mehrere</a:t>
            </a:r>
            <a:r>
              <a:rPr lang="en-US" dirty="0"/>
              <a:t> </a:t>
            </a:r>
            <a:r>
              <a:rPr lang="en-US" dirty="0" err="1"/>
              <a:t>Quellen</a:t>
            </a:r>
            <a:r>
              <a:rPr lang="en-US" dirty="0"/>
              <a:t> </a:t>
            </a:r>
            <a:r>
              <a:rPr lang="en-US" dirty="0" err="1"/>
              <a:t>kombiniert</a:t>
            </a:r>
            <a:endParaRPr lang="en-US" dirty="0"/>
          </a:p>
          <a:p>
            <a:r>
              <a:rPr lang="en-US" dirty="0"/>
              <a:t>Gute </a:t>
            </a:r>
            <a:r>
              <a:rPr lang="en-US" dirty="0" err="1"/>
              <a:t>Suchmaschine</a:t>
            </a:r>
            <a:r>
              <a:rPr lang="en-US" dirty="0"/>
              <a:t> (</a:t>
            </a:r>
            <a:r>
              <a:rPr lang="en-US" dirty="0" err="1"/>
              <a:t>keiner</a:t>
            </a:r>
            <a:r>
              <a:rPr lang="en-US" dirty="0"/>
              <a:t> </a:t>
            </a:r>
            <a:r>
              <a:rPr lang="en-US" dirty="0" err="1"/>
              <a:t>benutuzt</a:t>
            </a:r>
            <a:r>
              <a:rPr lang="en-US" dirty="0"/>
              <a:t> gerne Confluence)</a:t>
            </a:r>
          </a:p>
          <a:p>
            <a:endParaRPr lang="en-US" dirty="0"/>
          </a:p>
          <a:p>
            <a:r>
              <a:rPr lang="en-US" dirty="0" err="1"/>
              <a:t>Weiterer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Johannes hat </a:t>
            </a:r>
            <a:r>
              <a:rPr lang="en-US" dirty="0" err="1"/>
              <a:t>vorgeschlagen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der Bot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Hilfe</a:t>
            </a:r>
            <a:r>
              <a:rPr lang="en-US" dirty="0"/>
              <a:t> </a:t>
            </a:r>
            <a:r>
              <a:rPr lang="en-US" dirty="0" err="1"/>
              <a:t>dienen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neue</a:t>
            </a:r>
            <a:r>
              <a:rPr lang="en-US" dirty="0"/>
              <a:t> Confluence Seiten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bauen</a:t>
            </a:r>
            <a:endParaRPr lang="en-US" dirty="0"/>
          </a:p>
          <a:p>
            <a:pPr lvl="1"/>
            <a:r>
              <a:rPr lang="en-US" dirty="0" err="1"/>
              <a:t>Hilfe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 </a:t>
            </a:r>
            <a:r>
              <a:rPr lang="en-US" dirty="0" err="1"/>
              <a:t>beim</a:t>
            </a:r>
            <a:r>
              <a:rPr lang="en-US" dirty="0"/>
              <a:t> Support </a:t>
            </a:r>
            <a:r>
              <a:rPr lang="en-US" dirty="0" err="1"/>
              <a:t>oder</a:t>
            </a:r>
            <a:r>
              <a:rPr lang="en-US" dirty="0"/>
              <a:t> für Supporter</a:t>
            </a:r>
            <a:endParaRPr lang="en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898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320-6786-8C23-B010-2B46A856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Meine Erfahrung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B7A60-5DEA-C19B-9A60-ECC6AA8E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/>
              <a:t>Es war interessant mit Usern zu arbeiten</a:t>
            </a:r>
          </a:p>
          <a:p>
            <a:pPr lvl="1"/>
            <a:r>
              <a:rPr lang="de-DE" noProof="0" dirty="0"/>
              <a:t>Schwierigkeiten finden</a:t>
            </a:r>
          </a:p>
          <a:p>
            <a:pPr lvl="1"/>
            <a:r>
              <a:rPr lang="de-DE" noProof="0" dirty="0"/>
              <a:t>Zu ermitteln was sie wollen</a:t>
            </a:r>
          </a:p>
          <a:p>
            <a:pPr lvl="1"/>
            <a:endParaRPr lang="de-DE" dirty="0"/>
          </a:p>
          <a:p>
            <a:r>
              <a:rPr lang="de-DE" noProof="0" dirty="0"/>
              <a:t>Bot ist Sinnvoll aber nur unterstützung</a:t>
            </a:r>
          </a:p>
          <a:p>
            <a:pPr lvl="1"/>
            <a:r>
              <a:rPr lang="de-DE" dirty="0"/>
              <a:t>Keine Halluzinationen und eine 100% Korrektheit wird man nicht erreichen (mit ready Tools wie Copilot / Joule)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47994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0F51-83E8-DE5D-ADC5-CFED3DAC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Joule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FBDE6-E258-2332-C9DC-529E6DAD1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Wenn es </a:t>
            </a:r>
            <a:r>
              <a:rPr lang="en-US" dirty="0" err="1"/>
              <a:t>funktioniert</a:t>
            </a:r>
            <a:r>
              <a:rPr lang="en-US" dirty="0"/>
              <a:t> </a:t>
            </a:r>
            <a:r>
              <a:rPr lang="en-US" dirty="0" err="1"/>
              <a:t>macht</a:t>
            </a:r>
            <a:r>
              <a:rPr lang="en-US" dirty="0"/>
              <a:t> Joule die Aufgabe an </a:t>
            </a:r>
            <a:r>
              <a:rPr lang="en-US" dirty="0" err="1"/>
              <a:t>sich</a:t>
            </a:r>
            <a:r>
              <a:rPr lang="en-US" dirty="0"/>
              <a:t> gut (</a:t>
            </a:r>
            <a:r>
              <a:rPr lang="en-US" dirty="0" err="1"/>
              <a:t>wenn</a:t>
            </a:r>
            <a:r>
              <a:rPr lang="en-US" dirty="0"/>
              <a:t> man </a:t>
            </a:r>
            <a:r>
              <a:rPr lang="en-US" dirty="0" err="1"/>
              <a:t>im</a:t>
            </a:r>
            <a:r>
              <a:rPr lang="en-US" dirty="0"/>
              <a:t> Debug Modus auf sein reasoning </a:t>
            </a:r>
            <a:r>
              <a:rPr lang="en-US" dirty="0" err="1"/>
              <a:t>schaut</a:t>
            </a:r>
            <a:r>
              <a:rPr lang="en-US" dirty="0"/>
              <a:t>)</a:t>
            </a:r>
          </a:p>
          <a:p>
            <a:r>
              <a:rPr lang="en-US" dirty="0" err="1"/>
              <a:t>Troztdem</a:t>
            </a:r>
            <a:r>
              <a:rPr lang="en-US" dirty="0"/>
              <a:t> </a:t>
            </a:r>
            <a:r>
              <a:rPr lang="en-US" dirty="0" err="1"/>
              <a:t>stürzt</a:t>
            </a:r>
            <a:r>
              <a:rPr lang="en-US" dirty="0"/>
              <a:t> es oft ab (</a:t>
            </a:r>
            <a:r>
              <a:rPr lang="en-US" dirty="0" err="1"/>
              <a:t>evt</a:t>
            </a:r>
            <a:r>
              <a:rPr lang="en-US" dirty="0"/>
              <a:t>. </a:t>
            </a:r>
            <a:r>
              <a:rPr lang="en-US" dirty="0" err="1"/>
              <a:t>Verbesserung</a:t>
            </a:r>
            <a:r>
              <a:rPr lang="en-US" dirty="0"/>
              <a:t> wen SAP Bug fixt)</a:t>
            </a:r>
          </a:p>
          <a:p>
            <a:r>
              <a:rPr lang="en-US" dirty="0"/>
              <a:t>Viel Manuelle </a:t>
            </a:r>
            <a:r>
              <a:rPr lang="en-US" dirty="0" err="1"/>
              <a:t>Programmierung</a:t>
            </a:r>
            <a:r>
              <a:rPr lang="en-US" dirty="0"/>
              <a:t> </a:t>
            </a:r>
            <a:r>
              <a:rPr lang="en-US" dirty="0" err="1"/>
              <a:t>Notwenig</a:t>
            </a:r>
            <a:endParaRPr lang="en-US" dirty="0"/>
          </a:p>
          <a:p>
            <a:r>
              <a:rPr lang="en-US" b="1" dirty="0"/>
              <a:t>!Man </a:t>
            </a:r>
            <a:r>
              <a:rPr lang="en-US" b="1" dirty="0" err="1"/>
              <a:t>schreibt</a:t>
            </a:r>
            <a:r>
              <a:rPr lang="en-US" b="1" dirty="0"/>
              <a:t> erst </a:t>
            </a:r>
            <a:r>
              <a:rPr lang="en-US" b="1" dirty="0" err="1"/>
              <a:t>mit</a:t>
            </a:r>
            <a:r>
              <a:rPr lang="en-US" b="1" dirty="0"/>
              <a:t> Joule und es </a:t>
            </a:r>
            <a:r>
              <a:rPr lang="en-US" b="1" dirty="0" err="1"/>
              <a:t>sucht</a:t>
            </a:r>
            <a:r>
              <a:rPr lang="en-US" b="1" dirty="0"/>
              <a:t> </a:t>
            </a:r>
            <a:r>
              <a:rPr lang="en-US" b="1" dirty="0" err="1"/>
              <a:t>dann</a:t>
            </a:r>
            <a:r>
              <a:rPr lang="en-US" b="1" dirty="0"/>
              <a:t> </a:t>
            </a:r>
            <a:r>
              <a:rPr lang="en-US" b="1" dirty="0" err="1"/>
              <a:t>passende</a:t>
            </a:r>
            <a:r>
              <a:rPr lang="en-US" b="1" dirty="0"/>
              <a:t> </a:t>
            </a:r>
            <a:r>
              <a:rPr lang="en-US" b="1" dirty="0" err="1"/>
              <a:t>Agenten</a:t>
            </a:r>
            <a:r>
              <a:rPr lang="en-US" b="1" dirty="0"/>
              <a:t> </a:t>
            </a:r>
            <a:r>
              <a:rPr lang="en-US" b="1" dirty="0" err="1"/>
              <a:t>heraus</a:t>
            </a:r>
            <a:r>
              <a:rPr lang="en-US" b="1" dirty="0"/>
              <a:t> -&gt; Joule </a:t>
            </a:r>
            <a:r>
              <a:rPr lang="en-US" b="1" dirty="0" err="1"/>
              <a:t>selbst</a:t>
            </a:r>
            <a:r>
              <a:rPr lang="en-US" b="1" dirty="0"/>
              <a:t> nicht </a:t>
            </a:r>
            <a:r>
              <a:rPr lang="en-US" b="1" dirty="0" err="1"/>
              <a:t>konfigurierbar</a:t>
            </a:r>
            <a:r>
              <a:rPr lang="en-US" b="1" dirty="0"/>
              <a:t>!</a:t>
            </a:r>
          </a:p>
          <a:p>
            <a:r>
              <a:rPr lang="en-US" dirty="0"/>
              <a:t>Sehr </a:t>
            </a:r>
            <a:r>
              <a:rPr lang="en-US" dirty="0" err="1"/>
              <a:t>kompliziert</a:t>
            </a:r>
            <a:r>
              <a:rPr lang="en-US" dirty="0"/>
              <a:t> in Joule </a:t>
            </a:r>
            <a:r>
              <a:rPr lang="en-US" dirty="0" err="1"/>
              <a:t>Dokumente</a:t>
            </a:r>
            <a:r>
              <a:rPr lang="en-US" dirty="0"/>
              <a:t> </a:t>
            </a:r>
            <a:r>
              <a:rPr lang="en-US" dirty="0" err="1"/>
              <a:t>einzubinden</a:t>
            </a:r>
            <a:r>
              <a:rPr lang="en-US" dirty="0"/>
              <a:t> (</a:t>
            </a:r>
            <a:r>
              <a:rPr lang="en-US" dirty="0" err="1"/>
              <a:t>noch</a:t>
            </a:r>
            <a:r>
              <a:rPr lang="en-US" dirty="0"/>
              <a:t>?)</a:t>
            </a:r>
          </a:p>
          <a:p>
            <a:r>
              <a:rPr lang="en-US" dirty="0"/>
              <a:t>Langsam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06477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BB23-38DA-94E8-76D5-29462C57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9531C-3E54-F313-1A6E-6C4D007B3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Zugriff</a:t>
            </a:r>
            <a:r>
              <a:rPr lang="en-US" dirty="0"/>
              <a:t> auf </a:t>
            </a:r>
            <a:r>
              <a:rPr lang="en-US" dirty="0" err="1"/>
              <a:t>Dokumente</a:t>
            </a:r>
            <a:r>
              <a:rPr lang="en-US" dirty="0"/>
              <a:t> </a:t>
            </a:r>
            <a:r>
              <a:rPr lang="en-US" dirty="0" err="1"/>
              <a:t>klappt</a:t>
            </a:r>
            <a:r>
              <a:rPr lang="en-US" dirty="0"/>
              <a:t> </a:t>
            </a:r>
            <a:r>
              <a:rPr lang="en-US" dirty="0" err="1"/>
              <a:t>ganz</a:t>
            </a:r>
            <a:r>
              <a:rPr lang="en-US" dirty="0"/>
              <a:t> gut</a:t>
            </a:r>
          </a:p>
          <a:p>
            <a:pPr lvl="1"/>
            <a:r>
              <a:rPr lang="en-US" dirty="0"/>
              <a:t>Zum Teil </a:t>
            </a:r>
            <a:r>
              <a:rPr lang="en-US" dirty="0" err="1"/>
              <a:t>sagt</a:t>
            </a:r>
            <a:r>
              <a:rPr lang="en-US" dirty="0"/>
              <a:t> es er </a:t>
            </a:r>
            <a:r>
              <a:rPr lang="en-US" dirty="0" err="1"/>
              <a:t>findet</a:t>
            </a:r>
            <a:r>
              <a:rPr lang="en-US" dirty="0"/>
              <a:t> Dinge nicht (BO´s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Tabellen</a:t>
            </a:r>
            <a:r>
              <a:rPr lang="en-US" dirty="0"/>
              <a:t>) </a:t>
            </a:r>
            <a:r>
              <a:rPr lang="en-US" dirty="0" err="1"/>
              <a:t>obwohl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da </a:t>
            </a:r>
            <a:r>
              <a:rPr lang="en-US" dirty="0" err="1"/>
              <a:t>sind</a:t>
            </a:r>
            <a:endParaRPr lang="en-US" dirty="0"/>
          </a:p>
          <a:p>
            <a:pPr lvl="1"/>
            <a:r>
              <a:rPr lang="en-US" dirty="0"/>
              <a:t>Bei </a:t>
            </a:r>
            <a:r>
              <a:rPr lang="en-US" dirty="0" err="1"/>
              <a:t>sehr</a:t>
            </a:r>
            <a:r>
              <a:rPr lang="en-US" dirty="0"/>
              <a:t> </a:t>
            </a:r>
            <a:r>
              <a:rPr lang="en-US" dirty="0" err="1"/>
              <a:t>komplexen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</a:t>
            </a:r>
            <a:r>
              <a:rPr lang="en-US" dirty="0" err="1"/>
              <a:t>halluziniert</a:t>
            </a:r>
            <a:r>
              <a:rPr lang="en-US" dirty="0"/>
              <a:t> er, was die </a:t>
            </a:r>
            <a:r>
              <a:rPr lang="en-US" dirty="0" err="1"/>
              <a:t>Funktionen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Doku Bot </a:t>
            </a:r>
            <a:r>
              <a:rPr lang="en-US" dirty="0" err="1"/>
              <a:t>angeht</a:t>
            </a:r>
            <a:endParaRPr lang="en-US" dirty="0"/>
          </a:p>
          <a:p>
            <a:r>
              <a:rPr lang="en-US" dirty="0"/>
              <a:t>Ich </a:t>
            </a:r>
            <a:r>
              <a:rPr lang="en-US" dirty="0" err="1"/>
              <a:t>weiß</a:t>
            </a:r>
            <a:r>
              <a:rPr lang="en-US" dirty="0"/>
              <a:t> nicht </a:t>
            </a:r>
            <a:r>
              <a:rPr lang="en-US" dirty="0" err="1"/>
              <a:t>wie</a:t>
            </a:r>
            <a:r>
              <a:rPr lang="en-US" dirty="0"/>
              <a:t> man den </a:t>
            </a:r>
            <a:r>
              <a:rPr lang="en-US" dirty="0" err="1"/>
              <a:t>zugriff</a:t>
            </a:r>
            <a:r>
              <a:rPr lang="en-US" dirty="0"/>
              <a:t> auf das </a:t>
            </a:r>
            <a:r>
              <a:rPr lang="en-US" dirty="0" err="1"/>
              <a:t>oData</a:t>
            </a:r>
            <a:r>
              <a:rPr lang="en-US" dirty="0"/>
              <a:t> in Copilot </a:t>
            </a:r>
            <a:r>
              <a:rPr lang="en-US" dirty="0" err="1"/>
              <a:t>einrichtet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8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0FA2-9A03-B57A-7C25-BCE3E063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Chatbot </a:t>
            </a:r>
            <a:r>
              <a:rPr lang="en-US" dirty="0" err="1"/>
              <a:t>Hürden</a:t>
            </a:r>
            <a:r>
              <a:rPr lang="en-US" dirty="0"/>
              <a:t> </a:t>
            </a:r>
            <a:r>
              <a:rPr lang="en-US" dirty="0" err="1"/>
              <a:t>allgemein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9B94F-F759-6D2C-464F-1A45A0195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Wie </a:t>
            </a:r>
            <a:r>
              <a:rPr lang="en-US" dirty="0" err="1"/>
              <a:t>kombinieren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die </a:t>
            </a:r>
            <a:r>
              <a:rPr lang="en-US" dirty="0" err="1"/>
              <a:t>zwei</a:t>
            </a:r>
            <a:r>
              <a:rPr lang="en-US" dirty="0"/>
              <a:t> Bots?</a:t>
            </a:r>
          </a:p>
          <a:p>
            <a:r>
              <a:rPr lang="en-US" dirty="0"/>
              <a:t>Wenn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 Apps </a:t>
            </a:r>
            <a:r>
              <a:rPr lang="en-US" dirty="0" err="1"/>
              <a:t>einfügen</a:t>
            </a:r>
            <a:r>
              <a:rPr lang="en-US" dirty="0"/>
              <a:t>, </a:t>
            </a:r>
            <a:r>
              <a:rPr lang="en-US" dirty="0" err="1"/>
              <a:t>wird</a:t>
            </a:r>
            <a:r>
              <a:rPr lang="en-US" dirty="0"/>
              <a:t> der Chatbot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verwirrt</a:t>
            </a:r>
            <a:r>
              <a:rPr lang="en-US" dirty="0"/>
              <a:t>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oData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Schnitstelle</a:t>
            </a:r>
            <a:r>
              <a:rPr lang="en-US" dirty="0">
                <a:sym typeface="Wingdings" panose="05000000000000000000" pitchFamily="2" charset="2"/>
              </a:rPr>
              <a:t> nicht </a:t>
            </a:r>
            <a:r>
              <a:rPr lang="en-US" dirty="0" err="1">
                <a:sym typeface="Wingdings" panose="05000000000000000000" pitchFamily="2" charset="2"/>
              </a:rPr>
              <a:t>nach</a:t>
            </a:r>
            <a:r>
              <a:rPr lang="en-US" dirty="0">
                <a:sym typeface="Wingdings" panose="05000000000000000000" pitchFamily="2" charset="2"/>
              </a:rPr>
              <a:t> Apps </a:t>
            </a:r>
            <a:r>
              <a:rPr lang="en-US" dirty="0" err="1">
                <a:sym typeface="Wingdings" panose="05000000000000000000" pitchFamily="2" charset="2"/>
              </a:rPr>
              <a:t>sortieren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sondern</a:t>
            </a:r>
            <a:r>
              <a:rPr lang="en-US" dirty="0">
                <a:sym typeface="Wingdings" panose="05000000000000000000" pitchFamily="2" charset="2"/>
              </a:rPr>
              <a:t> “</a:t>
            </a:r>
            <a:r>
              <a:rPr lang="en-US" dirty="0" err="1">
                <a:sym typeface="Wingdings" panose="05000000000000000000" pitchFamily="2" charset="2"/>
              </a:rPr>
              <a:t>anders</a:t>
            </a:r>
            <a:r>
              <a:rPr lang="en-US" dirty="0">
                <a:sym typeface="Wingdings" panose="05000000000000000000" pitchFamily="2" charset="2"/>
              </a:rPr>
              <a:t>”?</a:t>
            </a:r>
          </a:p>
          <a:p>
            <a:r>
              <a:rPr lang="en-US" dirty="0" err="1">
                <a:sym typeface="Wingdings" panose="05000000000000000000" pitchFamily="2" charset="2"/>
              </a:rPr>
              <a:t>Welche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Dokumente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fügen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wir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noch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hinzu</a:t>
            </a:r>
            <a:r>
              <a:rPr lang="en-US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Wir </a:t>
            </a:r>
            <a:r>
              <a:rPr lang="en-US" dirty="0" err="1">
                <a:sym typeface="Wingdings" panose="05000000000000000000" pitchFamily="2" charset="2"/>
              </a:rPr>
              <a:t>müssen</a:t>
            </a:r>
            <a:r>
              <a:rPr lang="en-US" dirty="0">
                <a:sym typeface="Wingdings" panose="05000000000000000000" pitchFamily="2" charset="2"/>
              </a:rPr>
              <a:t> alle </a:t>
            </a:r>
            <a:r>
              <a:rPr lang="en-US" dirty="0" err="1">
                <a:sym typeface="Wingdings" panose="05000000000000000000" pitchFamily="2" charset="2"/>
              </a:rPr>
              <a:t>Dokumente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regelmäßig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updaten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kein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dynamischer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zugriff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momentan</a:t>
            </a:r>
            <a:r>
              <a:rPr lang="en-US" dirty="0">
                <a:sym typeface="Wingdings" panose="05000000000000000000" pitchFamily="2" charset="2"/>
              </a:rPr>
              <a:t>)?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Wie </a:t>
            </a:r>
            <a:r>
              <a:rPr lang="en-US" dirty="0" err="1">
                <a:sym typeface="Wingdings" panose="05000000000000000000" pitchFamily="2" charset="2"/>
              </a:rPr>
              <a:t>vermitteln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wir</a:t>
            </a:r>
            <a:r>
              <a:rPr lang="en-US" dirty="0">
                <a:sym typeface="Wingdings" panose="05000000000000000000" pitchFamily="2" charset="2"/>
              </a:rPr>
              <a:t> den </a:t>
            </a:r>
            <a:r>
              <a:rPr lang="en-US" dirty="0" err="1">
                <a:sym typeface="Wingdings" panose="05000000000000000000" pitchFamily="2" charset="2"/>
              </a:rPr>
              <a:t>Nutzern</a:t>
            </a:r>
            <a:r>
              <a:rPr lang="en-US" dirty="0">
                <a:sym typeface="Wingdings" panose="05000000000000000000" pitchFamily="2" charset="2"/>
              </a:rPr>
              <a:t> und Chatbot den Scope?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32861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BAE2-85FB-F6A9-8F21-24F62F183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Fazit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96E6D-49B6-EA77-5AEC-78885FE96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Ich </a:t>
            </a:r>
            <a:r>
              <a:rPr lang="en-US" dirty="0" err="1"/>
              <a:t>würde</a:t>
            </a:r>
            <a:r>
              <a:rPr lang="en-US" dirty="0"/>
              <a:t> </a:t>
            </a:r>
            <a:r>
              <a:rPr lang="en-US" dirty="0" err="1"/>
              <a:t>eher</a:t>
            </a:r>
            <a:r>
              <a:rPr lang="en-US" dirty="0"/>
              <a:t> in Copilot </a:t>
            </a:r>
            <a:r>
              <a:rPr lang="en-US" dirty="0" err="1"/>
              <a:t>weiterarbeiten</a:t>
            </a:r>
            <a:endParaRPr lang="en-US" dirty="0"/>
          </a:p>
          <a:p>
            <a:pPr lvl="1"/>
            <a:r>
              <a:rPr lang="en-US" dirty="0" err="1"/>
              <a:t>Bessere</a:t>
            </a:r>
            <a:r>
              <a:rPr lang="en-US" dirty="0"/>
              <a:t> </a:t>
            </a:r>
            <a:r>
              <a:rPr lang="en-US" dirty="0" err="1"/>
              <a:t>Entwicklungsumgebung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Übersichtlicher</a:t>
            </a:r>
            <a:r>
              <a:rPr lang="en-US" dirty="0"/>
              <a:t>, Schneller, Mehr </a:t>
            </a:r>
            <a:r>
              <a:rPr lang="en-US" dirty="0" err="1"/>
              <a:t>Funktionen</a:t>
            </a:r>
            <a:endParaRPr lang="en-US" dirty="0"/>
          </a:p>
          <a:p>
            <a:pPr lvl="1"/>
            <a:r>
              <a:rPr lang="en-US" dirty="0" err="1"/>
              <a:t>Vielversprechender</a:t>
            </a:r>
            <a:endParaRPr lang="en-US" dirty="0"/>
          </a:p>
          <a:p>
            <a:pPr lvl="1"/>
            <a:r>
              <a:rPr lang="en-US" dirty="0"/>
              <a:t>Deployment auf Teams </a:t>
            </a:r>
            <a:r>
              <a:rPr lang="en-US" dirty="0" err="1"/>
              <a:t>funktioniert</a:t>
            </a:r>
            <a:r>
              <a:rPr lang="en-US" dirty="0"/>
              <a:t> </a:t>
            </a:r>
            <a:r>
              <a:rPr lang="en-US" dirty="0" err="1"/>
              <a:t>schon</a:t>
            </a:r>
            <a:endParaRPr lang="en-US" dirty="0"/>
          </a:p>
          <a:p>
            <a:pPr lvl="2"/>
            <a:r>
              <a:rPr lang="en-US" dirty="0" err="1"/>
              <a:t>Funktionen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beispielprompts</a:t>
            </a:r>
            <a:r>
              <a:rPr lang="en-US" dirty="0"/>
              <a:t> und </a:t>
            </a:r>
            <a:r>
              <a:rPr lang="en-US" dirty="0" err="1"/>
              <a:t>generell</a:t>
            </a:r>
            <a:r>
              <a:rPr lang="en-US" dirty="0"/>
              <a:t> UI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bereits</a:t>
            </a:r>
            <a:r>
              <a:rPr lang="en-US" dirty="0"/>
              <a:t> da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 Wenn Chatbot </a:t>
            </a:r>
            <a:r>
              <a:rPr lang="en-US" dirty="0" err="1">
                <a:sym typeface="Wingdings" panose="05000000000000000000" pitchFamily="2" charset="2"/>
              </a:rPr>
              <a:t>funktioniert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ist</a:t>
            </a:r>
            <a:r>
              <a:rPr lang="en-US" dirty="0">
                <a:sym typeface="Wingdings" panose="05000000000000000000" pitchFamily="2" charset="2"/>
              </a:rPr>
              <a:t> er definitive </a:t>
            </a:r>
            <a:r>
              <a:rPr lang="en-US" dirty="0" err="1">
                <a:sym typeface="Wingdings" panose="05000000000000000000" pitchFamily="2" charset="2"/>
              </a:rPr>
              <a:t>Sinnvoll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Direkt</a:t>
            </a:r>
            <a:r>
              <a:rPr lang="en-US" dirty="0">
                <a:sym typeface="Wingdings" panose="05000000000000000000" pitchFamily="2" charset="2"/>
              </a:rPr>
              <a:t> für </a:t>
            </a:r>
            <a:r>
              <a:rPr lang="en-US" dirty="0" err="1">
                <a:sym typeface="Wingdings" panose="05000000000000000000" pitchFamily="2" charset="2"/>
              </a:rPr>
              <a:t>Berater</a:t>
            </a:r>
            <a:r>
              <a:rPr lang="en-US" dirty="0">
                <a:sym typeface="Wingdings" panose="05000000000000000000" pitchFamily="2" charset="2"/>
              </a:rPr>
              <a:t> und </a:t>
            </a:r>
            <a:r>
              <a:rPr lang="en-US" dirty="0" err="1">
                <a:sym typeface="Wingdings" panose="05000000000000000000" pitchFamily="2" charset="2"/>
              </a:rPr>
              <a:t>als</a:t>
            </a:r>
            <a:r>
              <a:rPr lang="en-US" dirty="0">
                <a:sym typeface="Wingdings" panose="05000000000000000000" pitchFamily="2" charset="2"/>
              </a:rPr>
              <a:t> EA Support (wo </a:t>
            </a:r>
            <a:r>
              <a:rPr lang="en-US" dirty="0" err="1">
                <a:sym typeface="Wingdings" panose="05000000000000000000" pitchFamily="2" charset="2"/>
              </a:rPr>
              <a:t>finde</a:t>
            </a:r>
            <a:r>
              <a:rPr lang="en-US" dirty="0">
                <a:sym typeface="Wingdings" panose="05000000000000000000" pitchFamily="2" charset="2"/>
              </a:rPr>
              <a:t> ich was </a:t>
            </a:r>
            <a:r>
              <a:rPr lang="en-US" dirty="0" err="1">
                <a:sym typeface="Wingdings" panose="05000000000000000000" pitchFamily="2" charset="2"/>
              </a:rPr>
              <a:t>im</a:t>
            </a:r>
            <a:r>
              <a:rPr lang="en-US" dirty="0">
                <a:sym typeface="Wingdings" panose="05000000000000000000" pitchFamily="2" charset="2"/>
              </a:rPr>
              <a:t> EA)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Evt</a:t>
            </a:r>
            <a:r>
              <a:rPr lang="en-US" dirty="0">
                <a:sym typeface="Wingdings" panose="05000000000000000000" pitchFamily="2" charset="2"/>
              </a:rPr>
              <a:t>. nicht </a:t>
            </a:r>
            <a:r>
              <a:rPr lang="en-US" dirty="0" err="1">
                <a:sym typeface="Wingdings" panose="05000000000000000000" pitchFamily="2" charset="2"/>
              </a:rPr>
              <a:t>jetzt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zu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viel</a:t>
            </a:r>
            <a:r>
              <a:rPr lang="en-US" dirty="0">
                <a:sym typeface="Wingdings" panose="05000000000000000000" pitchFamily="2" charset="2"/>
              </a:rPr>
              <a:t> Zeit </a:t>
            </a:r>
            <a:r>
              <a:rPr lang="en-US" dirty="0" err="1">
                <a:sym typeface="Wingdings" panose="05000000000000000000" pitchFamily="2" charset="2"/>
              </a:rPr>
              <a:t>investieren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Durch </a:t>
            </a:r>
            <a:r>
              <a:rPr lang="en-US" dirty="0" err="1">
                <a:sym typeface="Wingdings" panose="05000000000000000000" pitchFamily="2" charset="2"/>
              </a:rPr>
              <a:t>unregelmäßige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>
                <a:sym typeface="Wingdings" panose="05000000000000000000" pitchFamily="2" charset="2"/>
              </a:rPr>
              <a:t>Nützlichkeit </a:t>
            </a:r>
            <a:r>
              <a:rPr lang="en-US" dirty="0" err="1">
                <a:sym typeface="Wingdings" panose="05000000000000000000" pitchFamily="2" charset="2"/>
              </a:rPr>
              <a:t>Antworten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sinkt</a:t>
            </a:r>
            <a:r>
              <a:rPr lang="en-US" dirty="0">
                <a:sym typeface="Wingdings" panose="05000000000000000000" pitchFamily="2" charset="2"/>
              </a:rPr>
              <a:t> UX stark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Ready </a:t>
            </a:r>
            <a:r>
              <a:rPr lang="en-US" dirty="0" err="1">
                <a:sym typeface="Wingdings" panose="05000000000000000000" pitchFamily="2" charset="2"/>
              </a:rPr>
              <a:t>lösungen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entwickeln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sich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weiter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202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4668</TotalTime>
  <Words>495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Ergebnisse und Erfahrungen</vt:lpstr>
      <vt:lpstr>Inhalt</vt:lpstr>
      <vt:lpstr>EA Developer</vt:lpstr>
      <vt:lpstr>Berater mit wenig EA Erfahrung</vt:lpstr>
      <vt:lpstr>Power User</vt:lpstr>
      <vt:lpstr>Bot an sich</vt:lpstr>
      <vt:lpstr>Meine Erfahrung</vt:lpstr>
      <vt:lpstr>Joule</vt:lpstr>
      <vt:lpstr>Copilot</vt:lpstr>
      <vt:lpstr>Chatbot Hürden allgemein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Pfeifer</dc:creator>
  <cp:lastModifiedBy>Jan Pfeifer</cp:lastModifiedBy>
  <cp:revision>7</cp:revision>
  <dcterms:created xsi:type="dcterms:W3CDTF">2026-03-18T11:50:09Z</dcterms:created>
  <dcterms:modified xsi:type="dcterms:W3CDTF">2026-03-31T10:55:19Z</dcterms:modified>
</cp:coreProperties>
</file>