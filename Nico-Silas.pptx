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2E8B1-1B0C-5F07-1CFD-EF2A7C9DF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4BBE43-97AC-C491-6BEB-48C19C8457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29425-4D4C-7E77-3FDB-69E9F7DFB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BEDC-AC37-B086-4169-A234C466F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C693E-3A76-DBD4-61DB-C3381A460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6387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8C7AD-F3B0-39DB-4275-ECE56AD79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0444-E07C-4754-FB86-F7D259825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28FFB-4032-6343-9E41-67F3B798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D56DE-EEF1-4A54-245E-7B4B91B48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2FCAC-013C-C647-ADB7-E026F2EE2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86017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E7169-2A13-D697-C958-D707376C2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D4EC99-8B6A-783A-E182-F3766D3DF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E8BF0-067A-4181-779E-B2612B197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185B5-3D67-B119-3B1C-3206F714C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7E143-7F78-A642-D212-8643B21E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5044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E4BE3-21FC-DD1C-F522-12600A2D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A4366-FE78-B0B9-FC53-87695A1885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3F8B1-6E21-99D0-320B-37B5DF69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A5D55-5800-0864-30D3-61D4CBC04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20B2-2C23-9437-CA7D-C2E1BAE37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A8FB8-526C-509A-2BBB-4D2F74EC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45874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38BD0-F9E2-561E-B413-7209370A1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2F0A-9D7E-588D-61F3-7FAF1AD90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B88DF-CFD2-402E-EAC1-DCBC2EE88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48B00C-994F-8A32-3637-E45EE553EE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795D4C-B211-A07F-4A00-0FCD963CE0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E23473-15F6-7D05-E483-88A89132B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61CFD1-9926-74CF-B5E6-6AABDA293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B8342E-BEAA-E77B-1251-996877FB4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17760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D470C-4DB2-F096-F2A6-0FB6D979B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F1030E-A3C3-C09F-7B4F-6E98A488A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FBE26-16B2-16C0-87FA-573CB1FC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394ED7-6151-B0AA-C9BD-5644E3E10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61969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4309A1-4C23-CBBD-CD83-3B5D3453B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A014D1-43E9-1275-AB3D-4AC828E1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32234-0C6F-DE5C-F269-BB023EA5F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1937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C15E4-A1F4-9514-9D2E-64CCDFD68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DE294-877D-0494-D790-FCFE65D9A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0D050F-4E2E-7D8F-DB2B-802530E7E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EA2FB6-717F-BD78-F30C-7E893D53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2941C2-AB01-0077-6524-B754197BB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EE5E8-37DB-53A5-7A49-940F3A344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3685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CEF3D-9267-F1FA-8C21-19791B331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1536CA-D7E7-1437-9614-77DC3CBFC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F63D4-F282-4D65-1067-4DCA4B2CD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291D96-E4E7-BA40-A323-BDAC7A26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D01D8-2661-2DF6-1939-4252B44BF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F95729-CFA9-5BF5-4EB8-3D292EF9F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2033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850A5-59C2-318F-5517-1BCBF214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9040CE-630D-1287-07CD-10556F7C1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BB341-4047-F609-ED23-920382B2F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F4AF1-7C8E-BE4F-A0DE-5E61B182D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215CA-2133-A9A5-7EF5-CD6D4C832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4532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E1B093-2420-F054-FBA2-88CD5FE1C5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C76B3B-831B-C982-309B-AD18AF891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7E702-81FE-0BC5-DFF7-53B11CE5C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8B245-9879-A2E3-3802-4C171DBF0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B055-06F5-526F-88F3-5EC130CC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1143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AA611C-E7D5-6D7F-F1CA-AA6A312F1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EF625-7154-8542-8CA3-FBDB45D81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C9EC7-6EBB-0B21-7D75-20AF3CF90C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965A79-D83B-41BE-9FBE-6F4A5E0B5FA3}" type="datetimeFigureOut">
              <a:rPr lang="en-DE" smtClean="0"/>
              <a:t>18/03/2026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D6DA9-1B97-A538-CA52-5D148369B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839EF-5346-FA5E-5DB5-E3C092A51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0047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D8979-9E0A-EA53-23E6-818724BE5A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noProof="0" dirty="0"/>
              <a:t>Ergebnisse und Erfahrungen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54ACE-31D1-3D57-4645-DCA0A1D87F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54690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EE721-7F27-A8E5-1B09-210B0B72E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Inhalt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7F31-6B00-17A9-A9DA-ABA938149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33933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3973A-63C1-A9C5-7900-ED0608AF6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Ergebnisse der Usertests mit Fragenkatalog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3040A-877B-031E-206E-917418F8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/>
              <a:t>Allgemeines Bild gut</a:t>
            </a:r>
          </a:p>
          <a:p>
            <a:r>
              <a:rPr lang="de-DE" dirty="0"/>
              <a:t>F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632881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54E39-CFD7-F13F-0BF5-85AE31376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 Developer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FF78C-714E-5C0C-9404-0C8006868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Jetztige</a:t>
            </a:r>
            <a:r>
              <a:rPr lang="en-US" dirty="0"/>
              <a:t> </a:t>
            </a:r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weniger</a:t>
            </a:r>
            <a:r>
              <a:rPr lang="en-US" dirty="0"/>
              <a:t> </a:t>
            </a:r>
            <a:r>
              <a:rPr lang="en-US" dirty="0" err="1"/>
              <a:t>Sinnvoll</a:t>
            </a:r>
            <a:endParaRPr lang="en-US" dirty="0"/>
          </a:p>
          <a:p>
            <a:r>
              <a:rPr lang="en-US" dirty="0"/>
              <a:t>Mit </a:t>
            </a:r>
            <a:r>
              <a:rPr lang="en-US" dirty="0" err="1"/>
              <a:t>infos</a:t>
            </a:r>
            <a:r>
              <a:rPr lang="en-US" dirty="0"/>
              <a:t> </a:t>
            </a:r>
            <a:r>
              <a:rPr lang="en-US" dirty="0" err="1"/>
              <a:t>über</a:t>
            </a:r>
            <a:r>
              <a:rPr lang="en-US" dirty="0"/>
              <a:t> </a:t>
            </a:r>
            <a:r>
              <a:rPr lang="en-US" dirty="0" err="1"/>
              <a:t>ehemalige</a:t>
            </a:r>
            <a:r>
              <a:rPr lang="en-US" dirty="0"/>
              <a:t> Support </a:t>
            </a:r>
            <a:r>
              <a:rPr lang="en-US" dirty="0" err="1"/>
              <a:t>Anfragen</a:t>
            </a:r>
            <a:r>
              <a:rPr lang="en-US" dirty="0"/>
              <a:t> und </a:t>
            </a:r>
            <a:r>
              <a:rPr lang="en-US" dirty="0" err="1"/>
              <a:t>zugriff</a:t>
            </a:r>
            <a:r>
              <a:rPr lang="en-US" dirty="0"/>
              <a:t> auf Confluence </a:t>
            </a:r>
            <a:r>
              <a:rPr lang="en-US" dirty="0" err="1"/>
              <a:t>könnte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Bot </a:t>
            </a:r>
            <a:r>
              <a:rPr lang="en-US" dirty="0" err="1"/>
              <a:t>beim</a:t>
            </a:r>
            <a:r>
              <a:rPr lang="en-US" dirty="0"/>
              <a:t> Support </a:t>
            </a:r>
            <a:r>
              <a:rPr lang="en-US" dirty="0" err="1"/>
              <a:t>helfen</a:t>
            </a:r>
            <a:endParaRPr lang="en-US" dirty="0"/>
          </a:p>
          <a:p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 Neuer Bot für EA Devs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Support </a:t>
            </a:r>
            <a:r>
              <a:rPr lang="en-US" dirty="0" err="1">
                <a:sym typeface="Wingdings" panose="05000000000000000000" pitchFamily="2" charset="2"/>
              </a:rPr>
              <a:t>mit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Zugriff</a:t>
            </a:r>
            <a:r>
              <a:rPr lang="en-US" dirty="0">
                <a:sym typeface="Wingdings" panose="05000000000000000000" pitchFamily="2" charset="2"/>
              </a:rPr>
              <a:t> auf </a:t>
            </a:r>
            <a:r>
              <a:rPr lang="en-US" dirty="0" err="1">
                <a:sym typeface="Wingdings" panose="05000000000000000000" pitchFamily="2" charset="2"/>
              </a:rPr>
              <a:t>vergangene</a:t>
            </a:r>
            <a:r>
              <a:rPr lang="en-US" dirty="0">
                <a:sym typeface="Wingdings" panose="05000000000000000000" pitchFamily="2" charset="2"/>
              </a:rPr>
              <a:t> Support Tickets / Confluence </a:t>
            </a:r>
            <a:r>
              <a:rPr lang="en-US" dirty="0" err="1">
                <a:sym typeface="Wingdings" panose="05000000000000000000" pitchFamily="2" charset="2"/>
              </a:rPr>
              <a:t>Bereich</a:t>
            </a:r>
            <a:r>
              <a:rPr lang="en-US" dirty="0">
                <a:sym typeface="Wingdings" panose="05000000000000000000" pitchFamily="2" charset="2"/>
              </a:rPr>
              <a:t> (Bot </a:t>
            </a:r>
            <a:r>
              <a:rPr lang="en-US" dirty="0" err="1">
                <a:sym typeface="Wingdings" panose="05000000000000000000" pitchFamily="2" charset="2"/>
              </a:rPr>
              <a:t>steht</a:t>
            </a:r>
            <a:r>
              <a:rPr lang="en-US" dirty="0">
                <a:sym typeface="Wingdings" panose="05000000000000000000" pitchFamily="2" charset="2"/>
              </a:rPr>
              <a:t> nicht direct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Kundenkontakt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2647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FFDCC-9871-C9F3-0F16-2D1C9FFC1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Berater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wenig</a:t>
            </a:r>
            <a:r>
              <a:rPr lang="en-US" dirty="0"/>
              <a:t> EA </a:t>
            </a:r>
            <a:r>
              <a:rPr lang="en-US" dirty="0" err="1"/>
              <a:t>Erfahrung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346A6-E43C-78FA-ABC0-1A49DC8BD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878832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A2596-908E-C0CD-7F62-0C70DEA8A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User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E3B94-134A-6694-4624-DFEB9F9BDE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228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57320-6786-8C23-B010-2B46A856B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Meine Erfahrung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B7A60-5DEA-C19B-9A60-ECC6AA8E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/>
              <a:t>Es war interessant mit Usern zu arbeiten</a:t>
            </a:r>
          </a:p>
          <a:p>
            <a:pPr lvl="1"/>
            <a:r>
              <a:rPr lang="de-DE" noProof="0" dirty="0"/>
              <a:t>Schwierigkeiten finden</a:t>
            </a:r>
          </a:p>
          <a:p>
            <a:pPr lvl="1"/>
            <a:r>
              <a:rPr lang="de-DE" noProof="0" dirty="0"/>
              <a:t>Zu ermitteln was sie wollen</a:t>
            </a:r>
          </a:p>
        </p:txBody>
      </p:sp>
    </p:spTree>
    <p:extLst>
      <p:ext uri="{BB962C8B-B14F-4D97-AF65-F5344CB8AC3E}">
        <p14:creationId xmlns:p14="http://schemas.microsoft.com/office/powerpoint/2010/main" val="2947994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90F51-83E8-DE5D-ADC5-CFED3DACA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Joule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FBDE6-E258-2332-C9DC-529E6DAD1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Wenn es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macht</a:t>
            </a:r>
            <a:r>
              <a:rPr lang="en-US" dirty="0"/>
              <a:t> Joule die Aufgabe an </a:t>
            </a:r>
            <a:r>
              <a:rPr lang="en-US" dirty="0" err="1"/>
              <a:t>sich</a:t>
            </a:r>
            <a:r>
              <a:rPr lang="en-US" dirty="0"/>
              <a:t> gut (</a:t>
            </a:r>
            <a:r>
              <a:rPr lang="en-US" dirty="0" err="1"/>
              <a:t>wenn</a:t>
            </a:r>
            <a:r>
              <a:rPr lang="en-US" dirty="0"/>
              <a:t> man </a:t>
            </a:r>
            <a:r>
              <a:rPr lang="en-US" dirty="0" err="1"/>
              <a:t>im</a:t>
            </a:r>
            <a:r>
              <a:rPr lang="en-US" dirty="0"/>
              <a:t> Debug Modus auf sein reasoning </a:t>
            </a:r>
            <a:r>
              <a:rPr lang="en-US" dirty="0" err="1"/>
              <a:t>schaut</a:t>
            </a:r>
            <a:r>
              <a:rPr lang="en-US" dirty="0"/>
              <a:t>)</a:t>
            </a:r>
          </a:p>
          <a:p>
            <a:r>
              <a:rPr lang="en-US" dirty="0" err="1"/>
              <a:t>Troztdem</a:t>
            </a:r>
            <a:r>
              <a:rPr lang="en-US" dirty="0"/>
              <a:t> </a:t>
            </a:r>
            <a:r>
              <a:rPr lang="en-US" dirty="0" err="1"/>
              <a:t>stürzt</a:t>
            </a:r>
            <a:r>
              <a:rPr lang="en-US" dirty="0"/>
              <a:t> es oft ab (</a:t>
            </a:r>
            <a:r>
              <a:rPr lang="en-US" dirty="0" err="1"/>
              <a:t>evt</a:t>
            </a:r>
            <a:r>
              <a:rPr lang="en-US" dirty="0"/>
              <a:t>. </a:t>
            </a:r>
            <a:r>
              <a:rPr lang="en-US" dirty="0" err="1"/>
              <a:t>Verbesserung</a:t>
            </a:r>
            <a:r>
              <a:rPr lang="en-US" dirty="0"/>
              <a:t> wen SAP Bug fixt)</a:t>
            </a:r>
          </a:p>
          <a:p>
            <a:r>
              <a:rPr lang="en-US" dirty="0"/>
              <a:t>Viel Manuelle </a:t>
            </a:r>
            <a:r>
              <a:rPr lang="en-US" dirty="0" err="1"/>
              <a:t>Programmierung</a:t>
            </a:r>
            <a:r>
              <a:rPr lang="en-US" dirty="0"/>
              <a:t> </a:t>
            </a:r>
            <a:r>
              <a:rPr lang="en-US" dirty="0" err="1"/>
              <a:t>Notwenig</a:t>
            </a:r>
            <a:endParaRPr lang="en-US" dirty="0"/>
          </a:p>
          <a:p>
            <a:r>
              <a:rPr lang="en-US" b="1" dirty="0"/>
              <a:t>!Man </a:t>
            </a:r>
            <a:r>
              <a:rPr lang="en-US" b="1" dirty="0" err="1"/>
              <a:t>schreibt</a:t>
            </a:r>
            <a:r>
              <a:rPr lang="en-US" b="1" dirty="0"/>
              <a:t> erst </a:t>
            </a:r>
            <a:r>
              <a:rPr lang="en-US" b="1" dirty="0" err="1"/>
              <a:t>mit</a:t>
            </a:r>
            <a:r>
              <a:rPr lang="en-US" b="1" dirty="0"/>
              <a:t> Joule und es </a:t>
            </a:r>
            <a:r>
              <a:rPr lang="en-US" b="1" dirty="0" err="1"/>
              <a:t>sucht</a:t>
            </a:r>
            <a:r>
              <a:rPr lang="en-US" b="1" dirty="0"/>
              <a:t> </a:t>
            </a:r>
            <a:r>
              <a:rPr lang="en-US" b="1" dirty="0" err="1"/>
              <a:t>dann</a:t>
            </a:r>
            <a:r>
              <a:rPr lang="en-US" b="1" dirty="0"/>
              <a:t> </a:t>
            </a:r>
            <a:r>
              <a:rPr lang="en-US" b="1" dirty="0" err="1"/>
              <a:t>passende</a:t>
            </a:r>
            <a:r>
              <a:rPr lang="en-US" b="1" dirty="0"/>
              <a:t> </a:t>
            </a:r>
            <a:r>
              <a:rPr lang="en-US" b="1" dirty="0" err="1"/>
              <a:t>Agenten</a:t>
            </a:r>
            <a:r>
              <a:rPr lang="en-US" b="1" dirty="0"/>
              <a:t> </a:t>
            </a:r>
            <a:r>
              <a:rPr lang="en-US" b="1" dirty="0" err="1"/>
              <a:t>heraus</a:t>
            </a:r>
            <a:r>
              <a:rPr lang="en-US" b="1" dirty="0"/>
              <a:t> -&gt; Joule </a:t>
            </a:r>
            <a:r>
              <a:rPr lang="en-US" b="1" dirty="0" err="1"/>
              <a:t>selbst</a:t>
            </a:r>
            <a:r>
              <a:rPr lang="en-US" b="1" dirty="0"/>
              <a:t> nicht </a:t>
            </a:r>
            <a:r>
              <a:rPr lang="en-US" b="1" dirty="0" err="1"/>
              <a:t>konfigurierbar</a:t>
            </a:r>
            <a:r>
              <a:rPr lang="en-US" b="1" dirty="0"/>
              <a:t>!</a:t>
            </a:r>
          </a:p>
          <a:p>
            <a:r>
              <a:rPr lang="en-US" dirty="0"/>
              <a:t>Sehr </a:t>
            </a:r>
            <a:r>
              <a:rPr lang="en-US" dirty="0" err="1"/>
              <a:t>kompliziert</a:t>
            </a:r>
            <a:r>
              <a:rPr lang="en-US" dirty="0"/>
              <a:t> in Joule </a:t>
            </a:r>
            <a:r>
              <a:rPr lang="en-US" dirty="0" err="1"/>
              <a:t>Dokumente</a:t>
            </a:r>
            <a:r>
              <a:rPr lang="en-US" dirty="0"/>
              <a:t> </a:t>
            </a:r>
            <a:r>
              <a:rPr lang="en-US" dirty="0" err="1"/>
              <a:t>einzubinden</a:t>
            </a:r>
            <a:r>
              <a:rPr lang="en-US" dirty="0"/>
              <a:t> (</a:t>
            </a:r>
            <a:r>
              <a:rPr lang="en-US" dirty="0" err="1"/>
              <a:t>noch</a:t>
            </a:r>
            <a:r>
              <a:rPr lang="en-US" dirty="0"/>
              <a:t>?)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06477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BB23-38DA-94E8-76D5-29462C57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9531C-3E54-F313-1A6E-6C4D007B3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Zugriff</a:t>
            </a:r>
            <a:r>
              <a:rPr lang="en-US" dirty="0"/>
              <a:t> auf </a:t>
            </a:r>
            <a:r>
              <a:rPr lang="en-US" dirty="0" err="1"/>
              <a:t>Dokumente</a:t>
            </a:r>
            <a:r>
              <a:rPr lang="en-US" dirty="0"/>
              <a:t> </a:t>
            </a:r>
            <a:r>
              <a:rPr lang="en-US" dirty="0" err="1"/>
              <a:t>klappt</a:t>
            </a:r>
            <a:r>
              <a:rPr lang="en-US" dirty="0"/>
              <a:t> bis </a:t>
            </a:r>
            <a:r>
              <a:rPr lang="en-US" dirty="0" err="1"/>
              <a:t>jetzt</a:t>
            </a:r>
            <a:r>
              <a:rPr lang="en-US" dirty="0"/>
              <a:t> in “Ordnung”</a:t>
            </a:r>
          </a:p>
          <a:p>
            <a:pPr lvl="1"/>
            <a:r>
              <a:rPr lang="en-US" dirty="0"/>
              <a:t>Zum Teil </a:t>
            </a:r>
            <a:r>
              <a:rPr lang="en-US" dirty="0" err="1"/>
              <a:t>sagt</a:t>
            </a:r>
            <a:r>
              <a:rPr lang="en-US" dirty="0"/>
              <a:t> es er </a:t>
            </a:r>
            <a:r>
              <a:rPr lang="en-US" dirty="0" err="1"/>
              <a:t>findet</a:t>
            </a:r>
            <a:r>
              <a:rPr lang="en-US" dirty="0"/>
              <a:t> Dinge nicht (BO´s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Tabellen</a:t>
            </a:r>
            <a:r>
              <a:rPr lang="en-US" dirty="0"/>
              <a:t>) </a:t>
            </a:r>
            <a:r>
              <a:rPr lang="en-US" dirty="0" err="1"/>
              <a:t>obwohl</a:t>
            </a:r>
            <a:r>
              <a:rPr lang="en-US" dirty="0"/>
              <a:t> </a:t>
            </a:r>
            <a:r>
              <a:rPr lang="en-US" dirty="0" err="1"/>
              <a:t>sie</a:t>
            </a:r>
            <a:r>
              <a:rPr lang="en-US" dirty="0"/>
              <a:t> da </a:t>
            </a:r>
            <a:r>
              <a:rPr lang="en-US" dirty="0" err="1"/>
              <a:t>sind</a:t>
            </a:r>
            <a:endParaRPr lang="en-US" dirty="0"/>
          </a:p>
          <a:p>
            <a:pPr lvl="1"/>
            <a:r>
              <a:rPr lang="en-US" dirty="0"/>
              <a:t>Bei </a:t>
            </a:r>
            <a:r>
              <a:rPr lang="en-US" dirty="0" err="1"/>
              <a:t>sehr</a:t>
            </a:r>
            <a:r>
              <a:rPr lang="en-US" dirty="0"/>
              <a:t> </a:t>
            </a:r>
            <a:r>
              <a:rPr lang="en-US" dirty="0" err="1"/>
              <a:t>komplexen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halluziniert</a:t>
            </a:r>
            <a:r>
              <a:rPr lang="en-US" dirty="0"/>
              <a:t> er, was die </a:t>
            </a:r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Doku Bot </a:t>
            </a:r>
            <a:r>
              <a:rPr lang="en-US" dirty="0" err="1"/>
              <a:t>angeht</a:t>
            </a:r>
            <a:endParaRPr lang="en-US" dirty="0"/>
          </a:p>
          <a:p>
            <a:r>
              <a:rPr lang="en-US" dirty="0"/>
              <a:t>Ich </a:t>
            </a:r>
            <a:r>
              <a:rPr lang="en-US" dirty="0" err="1"/>
              <a:t>weiß</a:t>
            </a:r>
            <a:r>
              <a:rPr lang="en-US" dirty="0"/>
              <a:t> nicht </a:t>
            </a:r>
            <a:r>
              <a:rPr lang="en-US" dirty="0" err="1"/>
              <a:t>wie</a:t>
            </a:r>
            <a:r>
              <a:rPr lang="en-US" dirty="0"/>
              <a:t> man den </a:t>
            </a:r>
            <a:r>
              <a:rPr lang="en-US" dirty="0" err="1"/>
              <a:t>zugriff</a:t>
            </a:r>
            <a:r>
              <a:rPr lang="en-US" dirty="0"/>
              <a:t> auf das </a:t>
            </a:r>
            <a:r>
              <a:rPr lang="en-US" dirty="0" err="1"/>
              <a:t>oData</a:t>
            </a:r>
            <a:r>
              <a:rPr lang="en-US" dirty="0"/>
              <a:t> in Copilot </a:t>
            </a:r>
            <a:r>
              <a:rPr lang="en-US" dirty="0" err="1"/>
              <a:t>einrichtet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38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00FA2-9A03-B57A-7C25-BCE3E063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</a:t>
            </a:r>
            <a:r>
              <a:rPr lang="en-US" dirty="0" err="1"/>
              <a:t>Hürden</a:t>
            </a:r>
            <a:r>
              <a:rPr lang="en-US" dirty="0"/>
              <a:t> </a:t>
            </a:r>
            <a:r>
              <a:rPr lang="en-US" dirty="0" err="1"/>
              <a:t>allgemein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9B94F-F759-6D2C-464F-1A45A0195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Wie </a:t>
            </a:r>
            <a:r>
              <a:rPr lang="en-US" dirty="0" err="1"/>
              <a:t>kombinieren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die </a:t>
            </a:r>
            <a:r>
              <a:rPr lang="en-US" dirty="0" err="1"/>
              <a:t>zwei</a:t>
            </a:r>
            <a:r>
              <a:rPr lang="en-US" dirty="0"/>
              <a:t> Bots?</a:t>
            </a:r>
          </a:p>
          <a:p>
            <a:r>
              <a:rPr lang="en-US" dirty="0"/>
              <a:t>Wenn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Apps </a:t>
            </a:r>
            <a:r>
              <a:rPr lang="en-US" dirty="0" err="1"/>
              <a:t>einfügen</a:t>
            </a:r>
            <a:r>
              <a:rPr lang="en-US" dirty="0"/>
              <a:t>, </a:t>
            </a:r>
            <a:r>
              <a:rPr lang="en-US" dirty="0" err="1"/>
              <a:t>wird</a:t>
            </a:r>
            <a:r>
              <a:rPr lang="en-US" dirty="0"/>
              <a:t> der Chatbot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verwirrt</a:t>
            </a:r>
            <a:r>
              <a:rPr lang="en-US" dirty="0"/>
              <a:t>?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oData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Schnitstelle</a:t>
            </a:r>
            <a:r>
              <a:rPr lang="en-US" dirty="0">
                <a:sym typeface="Wingdings" panose="05000000000000000000" pitchFamily="2" charset="2"/>
              </a:rPr>
              <a:t> nicht </a:t>
            </a:r>
            <a:r>
              <a:rPr lang="en-US" dirty="0" err="1">
                <a:sym typeface="Wingdings" panose="05000000000000000000" pitchFamily="2" charset="2"/>
              </a:rPr>
              <a:t>nach</a:t>
            </a:r>
            <a:r>
              <a:rPr lang="en-US" dirty="0">
                <a:sym typeface="Wingdings" panose="05000000000000000000" pitchFamily="2" charset="2"/>
              </a:rPr>
              <a:t> Apps </a:t>
            </a:r>
            <a:r>
              <a:rPr lang="en-US" dirty="0" err="1">
                <a:sym typeface="Wingdings" panose="05000000000000000000" pitchFamily="2" charset="2"/>
              </a:rPr>
              <a:t>sortieren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sondern</a:t>
            </a:r>
            <a:r>
              <a:rPr lang="en-US" dirty="0">
                <a:sym typeface="Wingdings" panose="05000000000000000000" pitchFamily="2" charset="2"/>
              </a:rPr>
              <a:t> “</a:t>
            </a:r>
            <a:r>
              <a:rPr lang="en-US" dirty="0" err="1">
                <a:sym typeface="Wingdings" panose="05000000000000000000" pitchFamily="2" charset="2"/>
              </a:rPr>
              <a:t>anders</a:t>
            </a:r>
            <a:r>
              <a:rPr lang="en-US" dirty="0">
                <a:sym typeface="Wingdings" panose="05000000000000000000" pitchFamily="2" charset="2"/>
              </a:rPr>
              <a:t>”?</a:t>
            </a:r>
          </a:p>
          <a:p>
            <a:r>
              <a:rPr lang="en-US" dirty="0" err="1">
                <a:sym typeface="Wingdings" panose="05000000000000000000" pitchFamily="2" charset="2"/>
              </a:rPr>
              <a:t>Welche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Dokumente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fügen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wir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noch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hinzu</a:t>
            </a:r>
            <a:r>
              <a:rPr lang="en-US" dirty="0">
                <a:sym typeface="Wingdings" panose="05000000000000000000" pitchFamily="2" charset="2"/>
              </a:rPr>
              <a:t>?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Wir </a:t>
            </a:r>
            <a:r>
              <a:rPr lang="en-US" dirty="0" err="1">
                <a:sym typeface="Wingdings" panose="05000000000000000000" pitchFamily="2" charset="2"/>
              </a:rPr>
              <a:t>müssen</a:t>
            </a:r>
            <a:r>
              <a:rPr lang="en-US" dirty="0">
                <a:sym typeface="Wingdings" panose="05000000000000000000" pitchFamily="2" charset="2"/>
              </a:rPr>
              <a:t> alle </a:t>
            </a:r>
            <a:r>
              <a:rPr lang="en-US" dirty="0" err="1">
                <a:sym typeface="Wingdings" panose="05000000000000000000" pitchFamily="2" charset="2"/>
              </a:rPr>
              <a:t>Dokumente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regelmäßig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updaten</a:t>
            </a:r>
            <a:r>
              <a:rPr lang="en-US" dirty="0">
                <a:sym typeface="Wingdings" panose="05000000000000000000" pitchFamily="2" charset="2"/>
              </a:rPr>
              <a:t> (</a:t>
            </a:r>
            <a:r>
              <a:rPr lang="en-US" dirty="0" err="1">
                <a:sym typeface="Wingdings" panose="05000000000000000000" pitchFamily="2" charset="2"/>
              </a:rPr>
              <a:t>kein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dynamischer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zugriff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momentan</a:t>
            </a:r>
            <a:r>
              <a:rPr lang="en-US" dirty="0">
                <a:sym typeface="Wingdings" panose="05000000000000000000" pitchFamily="2" charset="2"/>
              </a:rPr>
              <a:t>)?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Wie </a:t>
            </a:r>
            <a:r>
              <a:rPr lang="en-US" dirty="0" err="1">
                <a:sym typeface="Wingdings" panose="05000000000000000000" pitchFamily="2" charset="2"/>
              </a:rPr>
              <a:t>vermitteln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wir</a:t>
            </a:r>
            <a:r>
              <a:rPr lang="en-US" dirty="0">
                <a:sym typeface="Wingdings" panose="05000000000000000000" pitchFamily="2" charset="2"/>
              </a:rPr>
              <a:t> den </a:t>
            </a:r>
            <a:r>
              <a:rPr lang="en-US" dirty="0" err="1">
                <a:sym typeface="Wingdings" panose="05000000000000000000" pitchFamily="2" charset="2"/>
              </a:rPr>
              <a:t>Nutzern</a:t>
            </a:r>
            <a:r>
              <a:rPr lang="en-US" dirty="0">
                <a:sym typeface="Wingdings" panose="05000000000000000000" pitchFamily="2" charset="2"/>
              </a:rPr>
              <a:t> den Scope?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32861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EBAE2-85FB-F6A9-8F21-24F62F18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Fazit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6E6D-49B6-EA77-5AEC-78885FE96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Ich </a:t>
            </a:r>
            <a:r>
              <a:rPr lang="en-US" dirty="0" err="1"/>
              <a:t>würde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in Copilot </a:t>
            </a:r>
            <a:r>
              <a:rPr lang="en-US" dirty="0" err="1"/>
              <a:t>weiterarbeiten</a:t>
            </a:r>
            <a:endParaRPr lang="en-US" dirty="0"/>
          </a:p>
          <a:p>
            <a:pPr lvl="1"/>
            <a:r>
              <a:rPr lang="en-US" dirty="0" err="1"/>
              <a:t>Bessere</a:t>
            </a:r>
            <a:r>
              <a:rPr lang="en-US" dirty="0"/>
              <a:t> </a:t>
            </a:r>
            <a:r>
              <a:rPr lang="en-US" dirty="0" err="1"/>
              <a:t>Entwicklungsumgebung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Übersichtlicher</a:t>
            </a:r>
            <a:r>
              <a:rPr lang="en-US" dirty="0"/>
              <a:t>, Schneller, Mehr </a:t>
            </a:r>
            <a:r>
              <a:rPr lang="en-US" dirty="0" err="1"/>
              <a:t>Funktionen</a:t>
            </a:r>
            <a:endParaRPr lang="en-US" dirty="0"/>
          </a:p>
          <a:p>
            <a:pPr lvl="1"/>
            <a:r>
              <a:rPr lang="en-US" dirty="0" err="1"/>
              <a:t>Vielversprechender</a:t>
            </a:r>
            <a:endParaRPr lang="en-US" dirty="0"/>
          </a:p>
          <a:p>
            <a:pPr lvl="1"/>
            <a:r>
              <a:rPr lang="en-US" dirty="0"/>
              <a:t>Deployment auf Teams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schon</a:t>
            </a:r>
            <a:endParaRPr lang="en-US" dirty="0"/>
          </a:p>
          <a:p>
            <a:pPr lvl="2"/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beispielprompts</a:t>
            </a:r>
            <a:r>
              <a:rPr lang="en-US" dirty="0"/>
              <a:t> und </a:t>
            </a:r>
            <a:r>
              <a:rPr lang="en-US" dirty="0" err="1"/>
              <a:t>generell</a:t>
            </a:r>
            <a:r>
              <a:rPr lang="en-US" dirty="0"/>
              <a:t> UI </a:t>
            </a:r>
            <a:r>
              <a:rPr lang="en-US" dirty="0" err="1"/>
              <a:t>Elemente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bereits</a:t>
            </a:r>
            <a:r>
              <a:rPr lang="en-US" dirty="0"/>
              <a:t> da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 Wenn Chatbot </a:t>
            </a:r>
            <a:r>
              <a:rPr lang="en-US" dirty="0" err="1">
                <a:sym typeface="Wingdings" panose="05000000000000000000" pitchFamily="2" charset="2"/>
              </a:rPr>
              <a:t>funktioniert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ist</a:t>
            </a:r>
            <a:r>
              <a:rPr lang="en-US" dirty="0">
                <a:sym typeface="Wingdings" panose="05000000000000000000" pitchFamily="2" charset="2"/>
              </a:rPr>
              <a:t> er definitive </a:t>
            </a:r>
            <a:r>
              <a:rPr lang="en-US" dirty="0" err="1">
                <a:sym typeface="Wingdings" panose="05000000000000000000" pitchFamily="2" charset="2"/>
              </a:rPr>
              <a:t>Sinnvoll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Direkt</a:t>
            </a:r>
            <a:r>
              <a:rPr lang="en-US" dirty="0">
                <a:sym typeface="Wingdings" panose="05000000000000000000" pitchFamily="2" charset="2"/>
              </a:rPr>
              <a:t> für </a:t>
            </a:r>
            <a:r>
              <a:rPr lang="en-US" dirty="0" err="1">
                <a:sym typeface="Wingdings" panose="05000000000000000000" pitchFamily="2" charset="2"/>
              </a:rPr>
              <a:t>Berater</a:t>
            </a:r>
            <a:r>
              <a:rPr lang="en-US" dirty="0">
                <a:sym typeface="Wingdings" panose="05000000000000000000" pitchFamily="2" charset="2"/>
              </a:rPr>
              <a:t> und </a:t>
            </a:r>
            <a:r>
              <a:rPr lang="en-US" dirty="0" err="1">
                <a:sym typeface="Wingdings" panose="05000000000000000000" pitchFamily="2" charset="2"/>
              </a:rPr>
              <a:t>als</a:t>
            </a:r>
            <a:r>
              <a:rPr lang="en-US" dirty="0">
                <a:sym typeface="Wingdings" panose="05000000000000000000" pitchFamily="2" charset="2"/>
              </a:rPr>
              <a:t> EA Support (wo </a:t>
            </a:r>
            <a:r>
              <a:rPr lang="en-US" dirty="0" err="1">
                <a:sym typeface="Wingdings" panose="05000000000000000000" pitchFamily="2" charset="2"/>
              </a:rPr>
              <a:t>finde</a:t>
            </a:r>
            <a:r>
              <a:rPr lang="en-US" dirty="0">
                <a:sym typeface="Wingdings" panose="05000000000000000000" pitchFamily="2" charset="2"/>
              </a:rPr>
              <a:t> ich was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EA)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202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323</Words>
  <Application>Microsoft Office PowerPoint</Application>
  <PresentationFormat>Widescreen</PresentationFormat>
  <Paragraphs>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Ergebnisse und Erfahrungen</vt:lpstr>
      <vt:lpstr>Inhalt</vt:lpstr>
      <vt:lpstr>Ergebnisse der Usertests mit Fragenkatalog</vt:lpstr>
      <vt:lpstr>EA Developer</vt:lpstr>
      <vt:lpstr>Berater mit wenig EA Erfahrung</vt:lpstr>
      <vt:lpstr>Power User</vt:lpstr>
      <vt:lpstr>Meine Erfahrung</vt:lpstr>
      <vt:lpstr>Joule</vt:lpstr>
      <vt:lpstr>Copilot</vt:lpstr>
      <vt:lpstr>Chatbot Hürden allgemein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Pfeifer</dc:creator>
  <cp:lastModifiedBy>Jan Pfeifer</cp:lastModifiedBy>
  <cp:revision>2</cp:revision>
  <dcterms:created xsi:type="dcterms:W3CDTF">2026-03-18T11:50:09Z</dcterms:created>
  <dcterms:modified xsi:type="dcterms:W3CDTF">2026-03-18T23:07:41Z</dcterms:modified>
</cp:coreProperties>
</file>